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9005" r:id="rId5"/>
    <p:sldMasterId id="2147489007" r:id="rId6"/>
  </p:sldMasterIdLst>
  <p:notesMasterIdLst>
    <p:notesMasterId r:id="rId9"/>
  </p:notesMasterIdLst>
  <p:handoutMasterIdLst>
    <p:handoutMasterId r:id="rId10"/>
  </p:handoutMasterIdLst>
  <p:sldIdLst>
    <p:sldId id="2147469217" r:id="rId7"/>
    <p:sldId id="2147469223" r:id="rId8"/>
  </p:sldIdLst>
  <p:sldSz cx="12192000" cy="6858000"/>
  <p:notesSz cx="6858000" cy="9144000"/>
  <p:custDataLst>
    <p:tags r:id="rId11"/>
  </p:custData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Slide Templates" id="{00E47399-A84A-4543-97B5-DFD2E5FCD16A}">
          <p14:sldIdLst>
            <p14:sldId id="2147469217"/>
            <p14:sldId id="214746922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30D5C0B-7D9E-F0AB-739B-99DAEF60FE8E}" name="Dana Warren" initials="DW" userId="S::dawarren@microsoft.com::68fe4241-55bf-4f99-a11b-f57c206d72e0" providerId="AD"/>
  <p188:author id="{5630FB12-8074-9F1B-66D6-1460F085776F}" name="Maria Clara Malori" initials="MM" userId="S::mclara@microsoft.com::bfc72468-8048-4f0a-b831-e15ceedeb5cc" providerId="AD"/>
  <p188:author id="{736B364B-F210-8BD5-638A-D96FD4F8ADD3}" name="Preethi Natarajan" initials="PN" userId="S::prnata@microsoft.com::25fbe3b0-a55d-49f3-b296-242a1306f6f2" providerId="AD"/>
  <p188:author id="{440F8E7A-6EA4-CB37-7D16-E1D6EA23B24A}" name="Akshobhya Mann (SHE/HER, CSE)" initials="AC" userId="S::akmann@microsoft.com::16d66334-75e7-49d5-a390-29324a5125cd" providerId="AD"/>
  <p188:author id="{B09FC995-C4B3-AE09-BE74-6FC7EF244FAF}" name="Sonal Patil (CSE)" initials="SP(" userId="S::sopati@microsoft.com::1bac9017-6b22-4481-8540-38620c684314" providerId="AD"/>
  <p188:author id="{5D0BACC7-FBC1-7EFC-57B8-06F67098CD9F}" name="Federica Nocera (SHE/HER)" initials="F(" userId="S::fenocera@microsoft.com::cc58a4fc-ad0b-4dfc-895f-9dc516b9df18" providerId="AD"/>
  <p188:author id="{05E29DF1-866E-478F-E36B-D6C4A31714D9}" name="Joelle Woo" initials="JW" userId="S::joellew@microsoft.com::9e70188e-ecb8-4a62-8d24-8b81cdf4055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7" name="Ali Tokmen" initials="AT" lastIdx="1" clrIdx="7">
    <p:extLst>
      <p:ext uri="{19B8F6BF-5375-455C-9EA6-DF929625EA0E}">
        <p15:presenceInfo xmlns:p15="http://schemas.microsoft.com/office/powerpoint/2012/main" userId="S::Ali_Tokmen@swissre.com::2c0b388a-7d68-4da7-a961-e1f4bb9771ee" providerId="AD"/>
      </p:ext>
    </p:extLst>
  </p:cmAuthor>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 id="5" name="Marco Strullato" initials="MS" lastIdx="1" clrIdx="5">
    <p:extLst>
      <p:ext uri="{19B8F6BF-5375-455C-9EA6-DF929625EA0E}">
        <p15:presenceInfo xmlns:p15="http://schemas.microsoft.com/office/powerpoint/2012/main" userId="S::Marco_Strullato@swissre.com::58a4532c-9b34-49d6-9c69-3b29d7c63604" providerId="AD"/>
      </p:ext>
    </p:extLst>
  </p:cmAuthor>
  <p:cmAuthor id="6" name="Melanie Guittet (B2B-Microsoft Corporation)" initials="MC" lastIdx="2" clrIdx="6">
    <p:extLst>
      <p:ext uri="{19B8F6BF-5375-455C-9EA6-DF929625EA0E}">
        <p15:presenceInfo xmlns:p15="http://schemas.microsoft.com/office/powerpoint/2012/main" userId="S::meguittet_microsoft.com#ext#@swissre.onmicrosoft.com::db809545-532e-4336-80e2-3cc81520ffc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800"/>
    <a:srgbClr val="FF9349"/>
    <a:srgbClr val="243A5E"/>
    <a:srgbClr val="FF3399"/>
    <a:srgbClr val="D59DFF"/>
    <a:srgbClr val="D6DCE5"/>
    <a:srgbClr val="C2E1DD"/>
    <a:srgbClr val="274B47"/>
    <a:srgbClr val="0078D4"/>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787" autoAdjust="0"/>
    <p:restoredTop sz="94660"/>
  </p:normalViewPr>
  <p:slideViewPr>
    <p:cSldViewPr snapToGrid="0">
      <p:cViewPr varScale="1">
        <p:scale>
          <a:sx n="101" d="100"/>
          <a:sy n="101" d="100"/>
        </p:scale>
        <p:origin x="72" y="132"/>
      </p:cViewPr>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commentAuthors" Target="commentAuthors.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tags" Target="tags/tag1.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4/7/2026 8:27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4/7/2026 8:27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A7157-018E-D6FE-F759-C41A3FFD9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4336C8-D58D-2896-8095-B2008F859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1687DD-EE3E-CDF8-320C-EA947B1C1CA1}"/>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07B7B561-B8F3-656E-2BBC-AB4EEF756F44}"/>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C63DDB48-A343-7BE8-312F-D8C2195DF909}"/>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86623A07-4A4E-FAF3-6521-20E5DF01B652}"/>
              </a:ext>
            </a:extLst>
          </p:cNvPr>
          <p:cNvSpPr>
            <a:spLocks noGrp="1"/>
          </p:cNvSpPr>
          <p:nvPr>
            <p:ph type="dt" idx="1"/>
          </p:nvPr>
        </p:nvSpPr>
        <p:spPr/>
        <p:txBody>
          <a:bodyPr/>
          <a:lstStyle/>
          <a:p>
            <a:fld id="{386CE63F-9E7F-4C04-9D0D-FCA25A8E9E86}" type="datetime8">
              <a:rPr lang="en-US" smtClean="0"/>
              <a:t>4/7/2026 8:27 AM</a:t>
            </a:fld>
            <a:endParaRPr lang="en-US"/>
          </a:p>
        </p:txBody>
      </p:sp>
      <p:sp>
        <p:nvSpPr>
          <p:cNvPr id="7" name="Slide Number Placeholder 6">
            <a:extLst>
              <a:ext uri="{FF2B5EF4-FFF2-40B4-BE49-F238E27FC236}">
                <a16:creationId xmlns:a16="http://schemas.microsoft.com/office/drawing/2014/main" id="{40B53347-01BB-88E0-751E-F2DD9AC58AC3}"/>
              </a:ext>
            </a:extLst>
          </p:cNvPr>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1831435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9CB5B-3811-D535-6426-9725E8CC4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58D38-9503-6E82-7DA5-EAC6972BF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56539F-6BDE-7ECB-50CE-0129B627ED1A}"/>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FDC3338E-DFF0-9F04-A45B-4A45F67E9C04}"/>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9300620C-99B4-82B4-7094-AD6D6BFE769A}"/>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0D71A7F9-669D-751B-AFA0-D0FC998755EA}"/>
              </a:ext>
            </a:extLst>
          </p:cNvPr>
          <p:cNvSpPr>
            <a:spLocks noGrp="1"/>
          </p:cNvSpPr>
          <p:nvPr>
            <p:ph type="dt" idx="1"/>
          </p:nvPr>
        </p:nvSpPr>
        <p:spPr/>
        <p:txBody>
          <a:bodyPr/>
          <a:lstStyle/>
          <a:p>
            <a:fld id="{386CE63F-9E7F-4C04-9D0D-FCA25A8E9E86}" type="datetime8">
              <a:rPr lang="en-US" smtClean="0"/>
              <a:t>4/7/2026 8:27 AM</a:t>
            </a:fld>
            <a:endParaRPr lang="en-US"/>
          </a:p>
        </p:txBody>
      </p:sp>
      <p:sp>
        <p:nvSpPr>
          <p:cNvPr id="7" name="Slide Number Placeholder 6">
            <a:extLst>
              <a:ext uri="{FF2B5EF4-FFF2-40B4-BE49-F238E27FC236}">
                <a16:creationId xmlns:a16="http://schemas.microsoft.com/office/drawing/2014/main" id="{121F1E6C-1BE2-95D8-0A82-A886AE7CD448}"/>
              </a:ext>
            </a:extLst>
          </p:cNvPr>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24880294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2.xml"/><Relationship Id="rId6" Type="http://schemas.openxmlformats.org/officeDocument/2006/relationships/image" Target="../media/image4.emf"/><Relationship Id="rId5" Type="http://schemas.openxmlformats.org/officeDocument/2006/relationships/image" Target="../media/image13.jpeg"/><Relationship Id="rId4" Type="http://schemas.openxmlformats.org/officeDocument/2006/relationships/image" Target="../media/image12.jpe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4" Type="http://schemas.openxmlformats.org/officeDocument/2006/relationships/image" Target="../media/image20.jpe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3.xml"/><Relationship Id="rId4" Type="http://schemas.openxmlformats.org/officeDocument/2006/relationships/image" Target="../media/image26.jpe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Master" Target="../slideMasters/slideMaster3.xml"/><Relationship Id="rId5" Type="http://schemas.openxmlformats.org/officeDocument/2006/relationships/image" Target="../media/image30.jpeg"/><Relationship Id="rId4" Type="http://schemas.openxmlformats.org/officeDocument/2006/relationships/image" Target="../media/image29.jpe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6" Type="http://schemas.openxmlformats.org/officeDocument/2006/relationships/image" Target="../media/image31.jpeg"/><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4" Type="http://schemas.openxmlformats.org/officeDocument/2006/relationships/image" Target="../media/image20.jpe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4.jpeg"/><Relationship Id="rId1" Type="http://schemas.openxmlformats.org/officeDocument/2006/relationships/slideMaster" Target="../slideMasters/slideMaster3.xml"/><Relationship Id="rId6" Type="http://schemas.openxmlformats.org/officeDocument/2006/relationships/image" Target="../media/image31.jpeg"/><Relationship Id="rId5" Type="http://schemas.openxmlformats.org/officeDocument/2006/relationships/image" Target="../media/image21.jpeg"/><Relationship Id="rId4" Type="http://schemas.openxmlformats.org/officeDocument/2006/relationships/image" Target="../media/image20.jpe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3" name="Picture 2" descr="A meeting in a conference room.">
            <a:extLst>
              <a:ext uri="{FF2B5EF4-FFF2-40B4-BE49-F238E27FC236}">
                <a16:creationId xmlns:a16="http://schemas.microsoft.com/office/drawing/2014/main" id="{1C493F8D-AB10-4958-85D1-CC12E3C2F13E}"/>
              </a:ext>
            </a:extLst>
          </p:cNvPr>
          <p:cNvPicPr>
            <a:picLocks noChangeAspect="1"/>
          </p:cNvPicPr>
          <p:nvPr userDrawn="1"/>
        </p:nvPicPr>
        <p:blipFill rotWithShape="1">
          <a:blip r:embed="rId3"/>
          <a:srcRect l="32559" r="10791"/>
          <a:stretch/>
        </p:blipFill>
        <p:spPr bwMode="ltGray">
          <a:xfrm>
            <a:off x="5334000" y="0"/>
            <a:ext cx="6858000" cy="6858000"/>
          </a:xfrm>
          <a:prstGeom prst="rect">
            <a:avLst/>
          </a:prstGeom>
        </p:spPr>
      </p:pic>
    </p:spTree>
    <p:extLst>
      <p:ext uri="{BB962C8B-B14F-4D97-AF65-F5344CB8AC3E}">
        <p14:creationId xmlns:p14="http://schemas.microsoft.com/office/powerpoint/2010/main" val="30174309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3" name="Picture 2" descr="A meeting in a conference room.">
            <a:extLst>
              <a:ext uri="{FF2B5EF4-FFF2-40B4-BE49-F238E27FC236}">
                <a16:creationId xmlns:a16="http://schemas.microsoft.com/office/drawing/2014/main" id="{73BBB57F-0AE7-43B4-A8A4-8A3F02549FB7}"/>
              </a:ext>
            </a:extLst>
          </p:cNvPr>
          <p:cNvPicPr>
            <a:picLocks noChangeAspect="1"/>
          </p:cNvPicPr>
          <p:nvPr userDrawn="1"/>
        </p:nvPicPr>
        <p:blipFill rotWithShape="1">
          <a:blip r:embed="rId3"/>
          <a:srcRect l="32559" r="10791"/>
          <a:stretch/>
        </p:blipFill>
        <p:spPr bwMode="ltGray">
          <a:xfrm>
            <a:off x="5334000" y="0"/>
            <a:ext cx="6858000" cy="6858000"/>
          </a:xfrm>
          <a:prstGeom prst="rect">
            <a:avLst/>
          </a:prstGeom>
        </p:spPr>
      </p:pic>
    </p:spTree>
    <p:extLst>
      <p:ext uri="{BB962C8B-B14F-4D97-AF65-F5344CB8AC3E}">
        <p14:creationId xmlns:p14="http://schemas.microsoft.com/office/powerpoint/2010/main" val="16054354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385043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6500"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354523" y="2309812"/>
            <a:ext cx="7254865" cy="3959226"/>
          </a:xfrm>
        </p:spPr>
        <p:txBody>
          <a:bodyPr anchor="t"/>
          <a:lstStyle>
            <a:lvl1pPr marL="0" indent="0">
              <a:spcAft>
                <a:spcPts val="800"/>
              </a:spcAft>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83785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B5FBAF-D5DB-4D1E-9D76-AE83D1B7417A}"/>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6502554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userDrawn="1">
          <p15:clr>
            <a:srgbClr val="5ACBF0"/>
          </p15:clr>
        </p15:guide>
        <p15:guide id="30" pos="2376">
          <p15:clr>
            <a:srgbClr val="5ACBF0"/>
          </p15:clr>
        </p15:guide>
        <p15:guide id="31" pos="3113">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solidFill>
                  <a:schemeClr val="tx1"/>
                </a:solidFill>
                <a:latin typeface="Consolas" panose="020B0609020204030204" pitchFamily="49" charset="0"/>
                <a:cs typeface="Consolas" panose="020B0609020204030204" pitchFamily="49" charset="0"/>
              </a:defRPr>
            </a:lvl1pPr>
            <a:lvl2pPr marL="346553" indent="0">
              <a:buNone/>
              <a:defRPr sz="2400">
                <a:solidFill>
                  <a:schemeClr val="tx1"/>
                </a:solidFill>
                <a:latin typeface="Consolas" panose="020B0609020204030204" pitchFamily="49" charset="0"/>
                <a:cs typeface="Consolas" panose="020B0609020204030204" pitchFamily="49" charset="0"/>
              </a:defRPr>
            </a:lvl2pPr>
            <a:lvl3pPr marL="584607" indent="0">
              <a:buNone/>
              <a:defRPr sz="2000">
                <a:solidFill>
                  <a:schemeClr val="tx1"/>
                </a:solidFill>
                <a:latin typeface="Consolas" panose="020B0609020204030204" pitchFamily="49" charset="0"/>
                <a:cs typeface="Consolas" panose="020B0609020204030204" pitchFamily="49" charset="0"/>
              </a:defRPr>
            </a:lvl3pPr>
            <a:lvl4pPr marL="814563" indent="0">
              <a:buNone/>
              <a:defRPr sz="1800">
                <a:solidFill>
                  <a:schemeClr val="tx1"/>
                </a:solidFill>
                <a:latin typeface="Consolas" panose="020B0609020204030204" pitchFamily="49" charset="0"/>
                <a:cs typeface="Consolas" panose="020B0609020204030204" pitchFamily="49" charset="0"/>
              </a:defRPr>
            </a:lvl4pPr>
            <a:lvl5pPr marL="1050997" indent="0">
              <a:buNone/>
              <a:defRPr sz="18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D8EBD-E9D5-4D52-AE6A-5630DA139C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638AC9-29BE-453E-B51F-3C28D10F03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22252B-ECF2-4E75-9E57-075D6E30A985}"/>
              </a:ext>
            </a:extLst>
          </p:cNvPr>
          <p:cNvSpPr>
            <a:spLocks noGrp="1"/>
          </p:cNvSpPr>
          <p:nvPr>
            <p:ph type="dt" sz="half" idx="10"/>
          </p:nvPr>
        </p:nvSpPr>
        <p:spPr/>
        <p:txBody>
          <a:bodyPr/>
          <a:lstStyle/>
          <a:p>
            <a:fld id="{6BF5EF9A-BEE7-4076-A7E2-A147E153F1B4}" type="datetimeFigureOut">
              <a:rPr lang="en-US" smtClean="0"/>
              <a:t>4/7/2026</a:t>
            </a:fld>
            <a:endParaRPr lang="en-US"/>
          </a:p>
        </p:txBody>
      </p:sp>
      <p:sp>
        <p:nvSpPr>
          <p:cNvPr id="5" name="Footer Placeholder 4">
            <a:extLst>
              <a:ext uri="{FF2B5EF4-FFF2-40B4-BE49-F238E27FC236}">
                <a16:creationId xmlns:a16="http://schemas.microsoft.com/office/drawing/2014/main" id="{17D28617-93A8-4DBE-8BEC-CBC6312222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ECE1BF-E7A5-48C2-B64B-5F2CA7CBFA2F}"/>
              </a:ext>
            </a:extLst>
          </p:cNvPr>
          <p:cNvSpPr>
            <a:spLocks noGrp="1"/>
          </p:cNvSpPr>
          <p:nvPr>
            <p:ph type="sldNum" sz="quarter" idx="12"/>
          </p:nvPr>
        </p:nvSpPr>
        <p:spPr/>
        <p:txBody>
          <a:bodyPr/>
          <a:lstStyle/>
          <a:p>
            <a:fld id="{692430EE-C494-4675-BBE5-C575213F2D96}" type="slidenum">
              <a:rPr lang="en-US" smtClean="0"/>
              <a:t>‹#›</a:t>
            </a:fld>
            <a:endParaRPr lang="en-US"/>
          </a:p>
        </p:txBody>
      </p:sp>
    </p:spTree>
    <p:extLst>
      <p:ext uri="{BB962C8B-B14F-4D97-AF65-F5344CB8AC3E}">
        <p14:creationId xmlns:p14="http://schemas.microsoft.com/office/powerpoint/2010/main" val="13573985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Header Line 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381000" y="457200"/>
            <a:ext cx="11430000" cy="553998"/>
          </a:xfrm>
        </p:spPr>
        <p:txBody>
          <a:bodyPr anchor="t"/>
          <a:lstStyle>
            <a:lvl1pPr>
              <a:defRPr>
                <a:solidFill>
                  <a:schemeClr val="tx1"/>
                </a:solidFill>
              </a:defRPr>
            </a:lvl1pPr>
          </a:lstStyle>
          <a:p>
            <a:r>
              <a:rPr lang="en-US"/>
              <a:t>Click to edit Master title style</a:t>
            </a:r>
          </a:p>
        </p:txBody>
      </p:sp>
      <p:cxnSp>
        <p:nvCxnSpPr>
          <p:cNvPr id="7" name="Straight Connector 6">
            <a:extLst>
              <a:ext uri="{FF2B5EF4-FFF2-40B4-BE49-F238E27FC236}">
                <a16:creationId xmlns:a16="http://schemas.microsoft.com/office/drawing/2014/main" id="{8EDAE969-6DFB-AD4B-A4BB-4C9D04F1489D}"/>
              </a:ext>
              <a:ext uri="{C183D7F6-B498-43B3-948B-1728B52AA6E4}">
                <adec:decorative xmlns:adec="http://schemas.microsoft.com/office/drawing/2017/decorative" val="1"/>
              </a:ext>
            </a:extLst>
          </p:cNvPr>
          <p:cNvCxnSpPr>
            <a:cxnSpLocks/>
          </p:cNvCxnSpPr>
          <p:nvPr userDrawn="1"/>
        </p:nvCxnSpPr>
        <p:spPr>
          <a:xfrm>
            <a:off x="381000" y="1143000"/>
            <a:ext cx="11430000" cy="0"/>
          </a:xfrm>
          <a:prstGeom prst="line">
            <a:avLst/>
          </a:prstGeom>
          <a:ln w="25400" cap="sq">
            <a:gradFill>
              <a:gsLst>
                <a:gs pos="60000">
                  <a:srgbClr val="61C5BE"/>
                </a:gs>
                <a:gs pos="29000">
                  <a:srgbClr val="FFF200"/>
                </a:gs>
                <a:gs pos="100000">
                  <a:schemeClr val="accent5"/>
                </a:gs>
              </a:gsLst>
              <a:lin ang="0" scaled="0"/>
            </a:gradFill>
            <a:miter lim="800000"/>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381000" y="1435100"/>
            <a:ext cx="1143000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9" name="Freeform: Shape 8">
            <a:extLst>
              <a:ext uri="{FF2B5EF4-FFF2-40B4-BE49-F238E27FC236}">
                <a16:creationId xmlns:a16="http://schemas.microsoft.com/office/drawing/2014/main" id="{42998CE9-F833-44B6-B17D-26B5AA2294C3}"/>
              </a:ext>
              <a:ext uri="{C183D7F6-B498-43B3-948B-1728B52AA6E4}">
                <adec:decorative xmlns:adec="http://schemas.microsoft.com/office/drawing/2017/decorative" val="1"/>
              </a:ext>
            </a:extLst>
          </p:cNvPr>
          <p:cNvSpPr/>
          <p:nvPr userDrawn="1"/>
        </p:nvSpPr>
        <p:spPr bwMode="auto">
          <a:xfrm>
            <a:off x="0" y="6747118"/>
            <a:ext cx="12188952" cy="110883"/>
          </a:xfrm>
          <a:custGeom>
            <a:avLst/>
            <a:gdLst>
              <a:gd name="connsiteX0" fmla="*/ 0 w 12188952"/>
              <a:gd name="connsiteY0" fmla="*/ 0 h 110883"/>
              <a:gd name="connsiteX1" fmla="*/ 12188952 w 12188952"/>
              <a:gd name="connsiteY1" fmla="*/ 0 h 110883"/>
              <a:gd name="connsiteX2" fmla="*/ 12188952 w 12188952"/>
              <a:gd name="connsiteY2" fmla="*/ 110883 h 110883"/>
              <a:gd name="connsiteX3" fmla="*/ 0 w 12188952"/>
              <a:gd name="connsiteY3" fmla="*/ 110883 h 110883"/>
            </a:gdLst>
            <a:ahLst/>
            <a:cxnLst>
              <a:cxn ang="0">
                <a:pos x="connsiteX0" y="connsiteY0"/>
              </a:cxn>
              <a:cxn ang="0">
                <a:pos x="connsiteX1" y="connsiteY1"/>
              </a:cxn>
              <a:cxn ang="0">
                <a:pos x="connsiteX2" y="connsiteY2"/>
              </a:cxn>
              <a:cxn ang="0">
                <a:pos x="connsiteX3" y="connsiteY3"/>
              </a:cxn>
            </a:cxnLst>
            <a:rect l="l" t="t" r="r" b="b"/>
            <a:pathLst>
              <a:path w="12188952" h="110883">
                <a:moveTo>
                  <a:pt x="0" y="0"/>
                </a:moveTo>
                <a:lnTo>
                  <a:pt x="12188952" y="0"/>
                </a:lnTo>
                <a:lnTo>
                  <a:pt x="12188952" y="110883"/>
                </a:lnTo>
                <a:lnTo>
                  <a:pt x="0" y="110883"/>
                </a:lnTo>
                <a:close/>
              </a:path>
            </a:pathLst>
          </a:custGeom>
          <a:gradFill>
            <a:gsLst>
              <a:gs pos="60000">
                <a:srgbClr val="61C5BE"/>
              </a:gs>
              <a:gs pos="30000">
                <a:srgbClr val="FFF200"/>
              </a:gs>
              <a:gs pos="99000">
                <a:schemeClr val="accent5"/>
              </a:gs>
            </a:gsLst>
            <a:lin ang="0" scaled="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cs typeface="Segoe UI" pitchFamily="34" charset="0"/>
            </a:endParaRPr>
          </a:p>
        </p:txBody>
      </p:sp>
    </p:spTree>
    <p:extLst>
      <p:ext uri="{BB962C8B-B14F-4D97-AF65-F5344CB8AC3E}">
        <p14:creationId xmlns:p14="http://schemas.microsoft.com/office/powerpoint/2010/main" val="119586460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le square photo 1">
    <p:bg>
      <p:bgRef idx="1001">
        <a:schemeClr val="bg1"/>
      </p:bgRef>
    </p:bg>
    <p:spTree>
      <p:nvGrpSpPr>
        <p:cNvPr id="1" name=""/>
        <p:cNvGrpSpPr/>
        <p:nvPr/>
      </p:nvGrpSpPr>
      <p:grpSpPr>
        <a:xfrm>
          <a:off x="0" y="0"/>
          <a:ext cx="0" cy="0"/>
          <a:chOff x="0" y="0"/>
          <a:chExt cx="0" cy="0"/>
        </a:xfrm>
      </p:grpSpPr>
      <p:sp>
        <p:nvSpPr>
          <p:cNvPr id="59" name="Picture Placeholder 58">
            <a:extLst>
              <a:ext uri="{FF2B5EF4-FFF2-40B4-BE49-F238E27FC236}">
                <a16:creationId xmlns:a16="http://schemas.microsoft.com/office/drawing/2014/main" id="{AF095437-C6C3-402E-A3FB-A8DCF5CCFDFB}"/>
              </a:ext>
            </a:extLst>
          </p:cNvPr>
          <p:cNvSpPr>
            <a:spLocks noGrp="1"/>
          </p:cNvSpPr>
          <p:nvPr>
            <p:ph type="pic" sz="quarter" idx="16" hasCustomPrompt="1"/>
          </p:nvPr>
        </p:nvSpPr>
        <p:spPr>
          <a:xfrm>
            <a:off x="8763000" y="2286000"/>
            <a:ext cx="3429000" cy="2284413"/>
          </a:xfrm>
          <a:blipFill>
            <a:blip r:embed="rId2"/>
            <a:stretch>
              <a:fillRect/>
            </a:stretch>
          </a:blipFill>
        </p:spPr>
        <p:txBody>
          <a:bodyPr vert="horz" wrap="square" lIns="274320" tIns="0" rIns="0" bIns="0" rtlCol="0" anchor="ctr" anchorCtr="0">
            <a:noAutofit/>
          </a:bodyPr>
          <a:lstStyle>
            <a:lvl1pPr>
              <a:defRPr lang="en-US" sz="1600" b="1" dirty="0">
                <a:solidFill>
                  <a:schemeClr val="bg1"/>
                </a:solidFill>
              </a:defRPr>
            </a:lvl1pPr>
          </a:lstStyle>
          <a:p>
            <a:pPr marL="0" lvl="0" indent="0">
              <a:buNone/>
            </a:pPr>
            <a:r>
              <a:rPr lang="en-US"/>
              <a:t>Drag &amp; drop your photo here </a:t>
            </a:r>
            <a:br>
              <a:rPr lang="en-US"/>
            </a:br>
            <a:r>
              <a:rPr lang="en-US"/>
              <a:t>or click or tap icon below </a:t>
            </a:r>
            <a:br>
              <a:rPr lang="en-US"/>
            </a:br>
            <a:r>
              <a:rPr lang="en-US"/>
              <a:t>to insert</a:t>
            </a:r>
          </a:p>
          <a:p>
            <a:pPr marL="0" lvl="0" indent="0">
              <a:buNone/>
            </a:pPr>
            <a:endParaRPr lang="en-US"/>
          </a:p>
        </p:txBody>
      </p:sp>
      <p:sp>
        <p:nvSpPr>
          <p:cNvPr id="55" name="Picture Placeholder 54">
            <a:extLst>
              <a:ext uri="{FF2B5EF4-FFF2-40B4-BE49-F238E27FC236}">
                <a16:creationId xmlns:a16="http://schemas.microsoft.com/office/drawing/2014/main" id="{E8816877-5041-4C7E-97EB-2B9A9A41411A}"/>
              </a:ext>
            </a:extLst>
          </p:cNvPr>
          <p:cNvSpPr>
            <a:spLocks noGrp="1"/>
          </p:cNvSpPr>
          <p:nvPr>
            <p:ph type="pic" sz="quarter" idx="15" hasCustomPrompt="1"/>
          </p:nvPr>
        </p:nvSpPr>
        <p:spPr>
          <a:xfrm>
            <a:off x="8763000" y="0"/>
            <a:ext cx="3429000" cy="2286000"/>
          </a:xfrm>
          <a:blipFill>
            <a:blip r:embed="rId3"/>
            <a:stretch>
              <a:fillRect/>
            </a:stretch>
          </a:blipFill>
        </p:spPr>
        <p:txBody>
          <a:bodyPr lIns="27432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600" b="1" kern="1200" spc="0" baseline="0" dirty="0">
                <a:solidFill>
                  <a:schemeClr val="bg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Drag &amp; drop your photo here </a:t>
            </a:r>
            <a:br>
              <a:rPr lang="en-US"/>
            </a:br>
            <a:r>
              <a:rPr lang="en-US"/>
              <a:t>or click or tap icon below </a:t>
            </a:r>
            <a:br>
              <a:rPr lang="en-US"/>
            </a:br>
            <a:r>
              <a:rPr lang="en-US"/>
              <a:t>to insert</a:t>
            </a:r>
          </a:p>
        </p:txBody>
      </p:sp>
      <p:sp>
        <p:nvSpPr>
          <p:cNvPr id="53" name="Picture Placeholder 52">
            <a:extLst>
              <a:ext uri="{FF2B5EF4-FFF2-40B4-BE49-F238E27FC236}">
                <a16:creationId xmlns:a16="http://schemas.microsoft.com/office/drawing/2014/main" id="{4451FF35-D16A-4E9A-99B6-B25B5AC89CD0}"/>
              </a:ext>
            </a:extLst>
          </p:cNvPr>
          <p:cNvSpPr>
            <a:spLocks noGrp="1"/>
          </p:cNvSpPr>
          <p:nvPr>
            <p:ph type="pic" sz="quarter" idx="14" hasCustomPrompt="1"/>
          </p:nvPr>
        </p:nvSpPr>
        <p:spPr>
          <a:xfrm>
            <a:off x="5333998" y="4572000"/>
            <a:ext cx="6858002" cy="2286000"/>
          </a:xfrm>
          <a:blipFill>
            <a:blip r:embed="rId4"/>
            <a:stretch>
              <a:fillRect/>
            </a:stretch>
          </a:blipFill>
        </p:spPr>
        <p:txBody>
          <a:bodyPr lIns="274320" anchor="ctr" anchorCtr="0">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600" b="1" kern="1200" spc="0" baseline="0" dirty="0">
                <a:solidFill>
                  <a:schemeClr val="bg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Drag &amp; drop your photo here </a:t>
            </a:r>
            <a:br>
              <a:rPr lang="en-US"/>
            </a:br>
            <a:r>
              <a:rPr lang="en-US"/>
              <a:t>or click or tap icon below </a:t>
            </a:r>
            <a:br>
              <a:rPr lang="en-US"/>
            </a:br>
            <a:r>
              <a:rPr lang="en-US"/>
              <a:t>to insert</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lang="en-US"/>
          </a:p>
        </p:txBody>
      </p:sp>
      <p:sp>
        <p:nvSpPr>
          <p:cNvPr id="49" name="Picture Placeholder 48">
            <a:extLst>
              <a:ext uri="{FF2B5EF4-FFF2-40B4-BE49-F238E27FC236}">
                <a16:creationId xmlns:a16="http://schemas.microsoft.com/office/drawing/2014/main" id="{A40A81B1-C2E0-438B-9803-7BF2B3B295E6}"/>
              </a:ext>
            </a:extLst>
          </p:cNvPr>
          <p:cNvSpPr>
            <a:spLocks noGrp="1"/>
          </p:cNvSpPr>
          <p:nvPr>
            <p:ph type="pic" sz="quarter" idx="13" hasCustomPrompt="1"/>
          </p:nvPr>
        </p:nvSpPr>
        <p:spPr>
          <a:xfrm>
            <a:off x="5334000" y="0"/>
            <a:ext cx="3429000" cy="4572000"/>
          </a:xfrm>
          <a:blipFill>
            <a:blip r:embed="rId5"/>
            <a:stretch>
              <a:fillRect/>
            </a:stretch>
          </a:blipFill>
        </p:spPr>
        <p:txBody>
          <a:bodyPr lIns="274320" anchor="ctr" anchorCtr="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b="1">
                <a:solidFill>
                  <a:schemeClr val="bg1"/>
                </a:solidFill>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Drag &amp; drop your photo here </a:t>
            </a:r>
            <a:br>
              <a:rPr lang="en-US"/>
            </a:br>
            <a:r>
              <a:rPr lang="en-US"/>
              <a:t>or click or tap icon below </a:t>
            </a:r>
            <a:br>
              <a:rPr lang="en-US"/>
            </a:br>
            <a:r>
              <a:rPr lang="en-US"/>
              <a:t>to insert</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userDrawn="1">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userDrawn="1">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31823783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520">
          <p15:clr>
            <a:srgbClr val="5ACBF0"/>
          </p15:clr>
        </p15:guide>
        <p15:guide id="3" pos="3360">
          <p15:clr>
            <a:srgbClr val="FBAE40"/>
          </p15:clr>
        </p15:guide>
        <p15:guide id="5" orient="horz" pos="2160">
          <p15:clr>
            <a:srgbClr val="FBAE40"/>
          </p15:clr>
        </p15:guide>
        <p15:guide id="6" orient="horz" pos="2232">
          <p15:clr>
            <a:srgbClr val="5ACBF0"/>
          </p15:clr>
        </p15:guide>
        <p15:guide id="7" pos="300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FF790-CC44-488E-8F85-2FC1A20DC3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030F9C-D2C7-4B54-A254-71194251AEE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08BF3D-ADED-4AB6-8190-60D37B9FF097}"/>
              </a:ext>
            </a:extLst>
          </p:cNvPr>
          <p:cNvSpPr>
            <a:spLocks noGrp="1"/>
          </p:cNvSpPr>
          <p:nvPr>
            <p:ph type="dt" sz="half" idx="10"/>
          </p:nvPr>
        </p:nvSpPr>
        <p:spPr/>
        <p:txBody>
          <a:bodyPr/>
          <a:lstStyle/>
          <a:p>
            <a:fld id="{2DAD766F-C6B3-4E89-B26A-75A8EEE0A7A2}" type="datetimeFigureOut">
              <a:rPr lang="en-US" smtClean="0"/>
              <a:t>4/7/2026</a:t>
            </a:fld>
            <a:endParaRPr lang="en-US"/>
          </a:p>
        </p:txBody>
      </p:sp>
      <p:sp>
        <p:nvSpPr>
          <p:cNvPr id="5" name="Footer Placeholder 4">
            <a:extLst>
              <a:ext uri="{FF2B5EF4-FFF2-40B4-BE49-F238E27FC236}">
                <a16:creationId xmlns:a16="http://schemas.microsoft.com/office/drawing/2014/main" id="{5938E63B-53D3-4D34-A349-7B46C4DBD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A37CF-03BA-44C8-8931-92DB96186C4B}"/>
              </a:ext>
            </a:extLst>
          </p:cNvPr>
          <p:cNvSpPr>
            <a:spLocks noGrp="1"/>
          </p:cNvSpPr>
          <p:nvPr>
            <p:ph type="sldNum" sz="quarter" idx="12"/>
          </p:nvPr>
        </p:nvSpPr>
        <p:spPr/>
        <p:txBody>
          <a:bodyPr/>
          <a:lstStyle/>
          <a:p>
            <a:fld id="{541BE911-6A4B-4D3F-A323-B7015C6B2B55}" type="slidenum">
              <a:rPr lang="en-US" smtClean="0"/>
              <a:t>‹#›</a:t>
            </a:fld>
            <a:endParaRPr lang="en-US"/>
          </a:p>
        </p:txBody>
      </p:sp>
    </p:spTree>
    <p:extLst>
      <p:ext uri="{BB962C8B-B14F-4D97-AF65-F5344CB8AC3E}">
        <p14:creationId xmlns:p14="http://schemas.microsoft.com/office/powerpoint/2010/main" val="12995385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30174309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1D16804B-3245-9A4C-A340-6FF89CF57D54}"/>
              </a:ext>
            </a:extLst>
          </p:cNvPr>
          <p:cNvSpPr>
            <a:spLocks noGrp="1"/>
          </p:cNvSpPr>
          <p:nvPr>
            <p:ph type="pic" sz="quarter" idx="13"/>
          </p:nvPr>
        </p:nvSpPr>
        <p:spPr>
          <a:xfrm>
            <a:off x="5334000" y="0"/>
            <a:ext cx="6858000" cy="6858000"/>
          </a:xfrm>
        </p:spPr>
        <p:txBody>
          <a:bodyPr/>
          <a:lstStyle/>
          <a:p>
            <a:r>
              <a:rPr lang="en-US"/>
              <a:t>Click icon to add picture</a:t>
            </a:r>
          </a:p>
        </p:txBody>
      </p:sp>
    </p:spTree>
    <p:extLst>
      <p:ext uri="{BB962C8B-B14F-4D97-AF65-F5344CB8AC3E}">
        <p14:creationId xmlns:p14="http://schemas.microsoft.com/office/powerpoint/2010/main" val="16054354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385043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0899690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Left Title White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EC770E93-46FB-B04C-AFC6-A97F7105D84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36989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Square Border Photo">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475615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75615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F20930C2-FF47-3F44-BA93-EEDCB40578EB}"/>
              </a:ext>
            </a:extLst>
          </p:cNvPr>
          <p:cNvSpPr>
            <a:spLocks noGrp="1"/>
          </p:cNvSpPr>
          <p:nvPr>
            <p:ph type="pic" sz="quarter" idx="13"/>
          </p:nvPr>
        </p:nvSpPr>
        <p:spPr>
          <a:xfrm>
            <a:off x="5627688" y="292100"/>
            <a:ext cx="6270625" cy="6272213"/>
          </a:xfrm>
        </p:spPr>
        <p:txBody>
          <a:bodyPr/>
          <a:lstStyle/>
          <a:p>
            <a:r>
              <a:rPr lang="en-US"/>
              <a:t>Click icon to add picture</a:t>
            </a:r>
          </a:p>
        </p:txBody>
      </p:sp>
    </p:spTree>
    <p:extLst>
      <p:ext uri="{BB962C8B-B14F-4D97-AF65-F5344CB8AC3E}">
        <p14:creationId xmlns:p14="http://schemas.microsoft.com/office/powerpoint/2010/main" val="8673704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3545" userDrawn="1">
          <p15:clr>
            <a:srgbClr val="FBAE40"/>
          </p15:clr>
        </p15:guide>
        <p15:guide id="6" pos="3364"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Color Bkg">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999618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End Slide Black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3694579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85701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07088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691834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388161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551895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userDrawn="1">
          <p15:clr>
            <a:srgbClr val="5ACBF0"/>
          </p15:clr>
        </p15:guide>
        <p15:guide id="7" pos="1795" userDrawn="1">
          <p15:clr>
            <a:srgbClr val="5ACBF0"/>
          </p15:clr>
        </p15:guide>
        <p15:guide id="8" pos="3035" userDrawn="1">
          <p15:clr>
            <a:srgbClr val="5ACBF0"/>
          </p15:clr>
        </p15:guide>
        <p15:guide id="9" pos="3221" userDrawn="1">
          <p15:clr>
            <a:srgbClr val="5ACBF0"/>
          </p15:clr>
        </p15:guide>
        <p15:guide id="10" pos="4461" userDrawn="1">
          <p15:clr>
            <a:srgbClr val="5ACBF0"/>
          </p15:clr>
        </p15:guide>
        <p15:guide id="11" pos="5890" userDrawn="1">
          <p15:clr>
            <a:srgbClr val="5ACBF0"/>
          </p15:clr>
        </p15:guide>
        <p15:guide id="12" orient="horz" pos="1436">
          <p15:clr>
            <a:srgbClr val="5ACBF0"/>
          </p15:clr>
        </p15:guide>
        <p15:guide id="13" pos="4646" userDrawn="1">
          <p15:clr>
            <a:srgbClr val="5ACBF0"/>
          </p15:clr>
        </p15:guide>
        <p15:guide id="14" pos="6072" userDrawn="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613384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userDrawn="1">
          <p15:clr>
            <a:srgbClr val="5ACBF0"/>
          </p15:clr>
        </p15:guide>
        <p15:guide id="34" pos="3336" userDrawn="1">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userDrawn="1">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guide id="31" pos="3840" userDrawn="1">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44243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89192910"/>
      </p:ext>
    </p:extLst>
  </p:cSld>
  <p:clrMapOvr>
    <a:masterClrMapping/>
  </p:clrMapOvr>
  <p:transition>
    <p:fade/>
  </p:transition>
  <p:extLst>
    <p:ext uri="{DCECCB84-F9BA-43D5-87BE-67443E8EF086}">
      <p15:sldGuideLst xmlns:p15="http://schemas.microsoft.com/office/powerpoint/2012/main">
        <p15:guide id="2" orient="horz" pos="1162" userDrawn="1">
          <p15:clr>
            <a:srgbClr val="5ACBF0"/>
          </p15:clr>
        </p15:guide>
        <p15:guide id="3" orient="horz" pos="288">
          <p15:clr>
            <a:srgbClr val="5ACBF0"/>
          </p15:clr>
        </p15:guide>
        <p15:guide id="5" orient="horz" pos="904">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287030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Header Background Two Column Non-bullete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D08175-261D-A74C-8918-CB97ADB19271}"/>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Text Placeholder 3"/>
          <p:cNvSpPr>
            <a:spLocks noGrp="1"/>
          </p:cNvSpPr>
          <p:nvPr>
            <p:ph type="body" sz="quarter" idx="10"/>
          </p:nvPr>
        </p:nvSpPr>
        <p:spPr>
          <a:xfrm>
            <a:off x="584200" y="1853052"/>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844675"/>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58693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Header Background Two Column Content with Subhead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941E1A-46FF-9B43-8237-B9FAC6645B8E}"/>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1"/>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495686"/>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5"/>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489200"/>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330693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Header Background Three Column Bullet with Subtitl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B0B838-FFE7-3848-8346-94C828955739}"/>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7971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7905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7971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2089322"/>
      </p:ext>
    </p:extLst>
  </p:cSld>
  <p:clrMapOvr>
    <a:masterClrMapping/>
  </p:clrMapOvr>
  <p:transition>
    <p:fade/>
  </p:transition>
  <p:extLst>
    <p:ext uri="{DCECCB84-F9BA-43D5-87BE-67443E8EF086}">
      <p15:sldGuideLst xmlns:p15="http://schemas.microsoft.com/office/powerpoint/2012/main">
        <p15:guide id="3" orient="horz" pos="1162" userDrawn="1">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Header Background Four Column Bullet with Subtitl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D56507-64E9-FD49-A968-94669A530F3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996806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62" userDrawn="1">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125104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2274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161C8D7-A314-D146-8B0F-88DAD8C243A2}"/>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3180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43174"/>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7699"/>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B52B4BDF-7433-F544-8549-B08FCF3FD2A9}"/>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5761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Header Line 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CF841732-6515-3E42-A4B2-E3983B953B2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68791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Header Line 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46758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Header Line Four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70829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3" name="Straight Connector 2">
            <a:extLst>
              <a:ext uri="{FF2B5EF4-FFF2-40B4-BE49-F238E27FC236}">
                <a16:creationId xmlns:a16="http://schemas.microsoft.com/office/drawing/2014/main" id="{2502F9BD-EF25-7144-AB08-9EDFAA5C2CE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890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oAutofit/>
          </a:bodyPr>
          <a:lstStyle/>
          <a:p>
            <a:pPr algn="l"/>
            <a:r>
              <a:rPr lang="en-US" sz="3600">
                <a:solidFill>
                  <a:schemeClr val="tx2"/>
                </a:solidFill>
                <a:latin typeface="+mj-lt"/>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oAutofit/>
          </a:bodyPr>
          <a:lstStyle/>
          <a:p>
            <a:pPr algn="l"/>
            <a:r>
              <a:rPr lang="en-US" sz="3600">
                <a:solidFill>
                  <a:schemeClr val="tx2"/>
                </a:solidFill>
                <a:latin typeface="+mj-lt"/>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8886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Sep</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7838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1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2137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3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1185091634"/>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2_Header Line 12 Months">
    <p:bg>
      <p:bgPr>
        <a:solidFill>
          <a:schemeClr val="tx2"/>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accent3"/>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1598530170"/>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4_Header Line 12 Months">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9C8D47-3F89-2440-BD17-30886A5B991A}"/>
              </a:ext>
            </a:extLst>
          </p:cNvPr>
          <p:cNvSpPr/>
          <p:nvPr userDrawn="1"/>
        </p:nvSpPr>
        <p:spPr bwMode="auto">
          <a:xfrm>
            <a:off x="0"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3477325" cy="1107996"/>
          </a:xfrm>
        </p:spPr>
        <p:txBody>
          <a:bodyPr wrap="square">
            <a:spAutoFit/>
          </a:bodyPr>
          <a:lstStyle>
            <a:lvl1pPr>
              <a:defRPr>
                <a:solidFill>
                  <a:schemeClr val="accent3"/>
                </a:solidFill>
              </a:defRPr>
            </a:lvl1pPr>
          </a:lstStyle>
          <a:p>
            <a:r>
              <a:rPr lang="en-US"/>
              <a:t>Click to edit Master title style</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 name="Text Placeholder 4">
            <a:extLst>
              <a:ext uri="{FF2B5EF4-FFF2-40B4-BE49-F238E27FC236}">
                <a16:creationId xmlns:a16="http://schemas.microsoft.com/office/drawing/2014/main" id="{C0CD7CCE-7A0A-2445-87E0-A18FB3B723C6}"/>
              </a:ext>
            </a:extLst>
          </p:cNvPr>
          <p:cNvSpPr>
            <a:spLocks noGrp="1"/>
          </p:cNvSpPr>
          <p:nvPr>
            <p:ph type="body" sz="quarter" idx="34"/>
          </p:nvPr>
        </p:nvSpPr>
        <p:spPr>
          <a:xfrm>
            <a:off x="584200" y="2017713"/>
            <a:ext cx="3481388" cy="430887"/>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212407088"/>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 Square Photo Lef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0"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7192963"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7192963" y="1436688"/>
            <a:ext cx="3470275" cy="2043636"/>
          </a:xfrm>
        </p:spPr>
        <p:txBody>
          <a:bodyPr/>
          <a:lstStyle>
            <a:lvl1pPr marL="0" indent="0">
              <a:buFontTx/>
              <a:buNone/>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35284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 Square Photo Righ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5299075"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584200"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584200" y="1436688"/>
            <a:ext cx="3470275" cy="2302169"/>
          </a:xfrm>
        </p:spPr>
        <p:txBody>
          <a:bodyPr/>
          <a:lstStyle>
            <a:lvl1pPr marL="0" indent="0">
              <a:buFontTx/>
              <a:buNone/>
              <a:defRPr sz="2200"/>
            </a:lvl1pPr>
            <a:lvl2pPr marL="228600" indent="0">
              <a:buFontTx/>
              <a:buNone/>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16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0" userDrawn="1">
          <p15:clr>
            <a:srgbClr val="A4A3A4"/>
          </p15:clr>
        </p15:guide>
        <p15:guide id="19" pos="334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Photo full bleed upp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585789"/>
            <a:ext cx="12192000" cy="1362282"/>
          </a:xfrm>
          <a:noFill/>
        </p:spPr>
        <p:txBody>
          <a:bodyPr lIns="585216" tIns="0" rIns="585216" bIns="586800" anchor="t"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7962772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itle 1">
            <a:extLst>
              <a:ext uri="{FF2B5EF4-FFF2-40B4-BE49-F238E27FC236}">
                <a16:creationId xmlns:a16="http://schemas.microsoft.com/office/drawing/2014/main" id="{04D80903-AB2F-EA47-B1B9-181A4D5084E7}"/>
              </a:ext>
            </a:extLst>
          </p:cNvPr>
          <p:cNvSpPr txBox="1">
            <a:spLocks/>
          </p:cNvSpPr>
          <p:nvPr userDrawn="1"/>
        </p:nvSpPr>
        <p:spPr>
          <a:xfrm>
            <a:off x="584200" y="2425780"/>
            <a:ext cx="5511800" cy="1107996"/>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7" name="Text Placeholder 4">
            <a:extLst>
              <a:ext uri="{FF2B5EF4-FFF2-40B4-BE49-F238E27FC236}">
                <a16:creationId xmlns:a16="http://schemas.microsoft.com/office/drawing/2014/main" id="{A200C02C-4314-EE45-A300-21710CAE4FE5}"/>
              </a:ext>
            </a:extLst>
          </p:cNvPr>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9" name="MS logo white - EMF" descr="Microsoft logo white text version">
            <a:extLst>
              <a:ext uri="{FF2B5EF4-FFF2-40B4-BE49-F238E27FC236}">
                <a16:creationId xmlns:a16="http://schemas.microsoft.com/office/drawing/2014/main" id="{EDE56B65-3E69-6146-8830-D107DE1E3AE7}"/>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19094434"/>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l">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2058752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userDrawn="1">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userDrawn="1">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userDrawn="1">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24772569"/>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4" orient="horz" pos="3209" userDrawn="1">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userDrawn="1">
          <p15:clr>
            <a:srgbClr val="5ACBF0"/>
          </p15:clr>
        </p15:guide>
        <p15:guide id="15" pos="3451" userDrawn="1">
          <p15:clr>
            <a:srgbClr val="5ACBF0"/>
          </p15:clr>
        </p15:guide>
        <p15:guide id="16" pos="4229" userDrawn="1">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82817732"/>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userDrawn="1">
          <p15:clr>
            <a:srgbClr val="5ACBF0"/>
          </p15:clr>
        </p15:guide>
        <p15:guide id="15" pos="2168" userDrawn="1">
          <p15:clr>
            <a:srgbClr val="5ACBF0"/>
          </p15:clr>
        </p15:guide>
        <p15:guide id="16" pos="2944" userDrawn="1">
          <p15:clr>
            <a:srgbClr val="5ACBF0"/>
          </p15:clr>
        </p15:guide>
        <p15:guide id="17" pos="4738" userDrawn="1">
          <p15:clr>
            <a:srgbClr val="5ACBF0"/>
          </p15:clr>
        </p15:guide>
        <p15:guide id="18" pos="5514" userDrawn="1">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5299928"/>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userDrawn="1">
          <p15:clr>
            <a:srgbClr val="5ACBF0"/>
          </p15:clr>
        </p15:guide>
        <p15:guide id="16" pos="1524" userDrawn="1">
          <p15:clr>
            <a:srgbClr val="5ACBF0"/>
          </p15:clr>
        </p15:guide>
        <p15:guide id="17" pos="2298" userDrawn="1">
          <p15:clr>
            <a:srgbClr val="5ACBF0"/>
          </p15:clr>
        </p15:guide>
        <p15:guide id="18" pos="3450" userDrawn="1">
          <p15:clr>
            <a:srgbClr val="5ACBF0"/>
          </p15:clr>
        </p15:guide>
        <p15:guide id="19" pos="4230" userDrawn="1">
          <p15:clr>
            <a:srgbClr val="5ACBF0"/>
          </p15:clr>
        </p15:guide>
        <p15:guide id="20" pos="5380" userDrawn="1">
          <p15:clr>
            <a:srgbClr val="5ACBF0"/>
          </p15:clr>
        </p15:guide>
        <p15:guide id="21" pos="6156" userDrawn="1">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0590399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6160264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userDrawn="1">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675316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userDrawn="1">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746468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userDrawn="1">
          <p15:clr>
            <a:srgbClr val="5ACBF0"/>
          </p15:clr>
        </p15:guide>
        <p15:guide id="3" pos="6216" userDrawn="1">
          <p15:clr>
            <a:srgbClr val="5ACBF0"/>
          </p15:clr>
        </p15:guide>
        <p15:guide id="5" pos="5850" userDrawn="1">
          <p15:clr>
            <a:srgbClr val="5ACBF0"/>
          </p15:clr>
        </p15:guide>
        <p15:guide id="7" pos="4392" userDrawn="1">
          <p15:clr>
            <a:srgbClr val="5ACBF0"/>
          </p15:clr>
        </p15:guide>
        <p15:guide id="8" pos="3292" userDrawn="1">
          <p15:clr>
            <a:srgbClr val="5ACBF0"/>
          </p15:clr>
        </p15:guide>
        <p15:guide id="10" pos="2926">
          <p15:clr>
            <a:srgbClr val="5ACBF0"/>
          </p15:clr>
        </p15:guide>
        <p15:guide id="11" pos="4754" userDrawn="1">
          <p15:clr>
            <a:srgbClr val="5ACBF0"/>
          </p15:clr>
        </p15:guide>
        <p15:guide id="13" pos="1464" userDrawn="1">
          <p15:clr>
            <a:srgbClr val="5ACBF0"/>
          </p15:clr>
        </p15:guide>
        <p15:guide id="14" orient="horz" pos="1440">
          <p15:clr>
            <a:srgbClr val="5ACBF0"/>
          </p15:clr>
        </p15:guide>
        <p15:guide id="15" pos="1830" userDrawn="1">
          <p15:clr>
            <a:srgbClr val="5ACBF0"/>
          </p15:clr>
        </p15:guide>
        <p15:guide id="16" orient="horz" pos="2533" userDrawn="1">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Quote slide 1b">
    <p:bg>
      <p:bgRef idx="1001">
        <a:schemeClr val="bg2"/>
      </p:bgRef>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739900" y="3779493"/>
            <a:ext cx="5795963" cy="276999"/>
          </a:xfrm>
        </p:spPr>
        <p:txBody>
          <a:bodyPr/>
          <a:lstStyle>
            <a:lvl1pPr marL="0" indent="0" algn="l">
              <a:spcBef>
                <a:spcPts val="0"/>
              </a:spcBef>
              <a:buNone/>
              <a:defRPr sz="1800">
                <a:solidFill>
                  <a:schemeClr val="tx1"/>
                </a:soli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739900" y="4077072"/>
            <a:ext cx="5795963" cy="215444"/>
          </a:xfrm>
        </p:spPr>
        <p:txBody>
          <a:bodyPr/>
          <a:lstStyle>
            <a:lvl1pPr marL="0" indent="0" algn="l">
              <a:spcBef>
                <a:spcPts val="0"/>
              </a:spcBef>
              <a:buNone/>
              <a:defRPr sz="1400">
                <a:solidFill>
                  <a:schemeClr val="tx1"/>
                </a:solidFill>
                <a:latin typeface="+mn-lt"/>
              </a:defRPr>
            </a:lvl1pPr>
          </a:lstStyle>
          <a:p>
            <a:pPr lvl="0"/>
            <a:r>
              <a:rPr lang="en-US"/>
              <a:t>Job title or another attribute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39899" y="2025650"/>
            <a:ext cx="9866313" cy="1661993"/>
          </a:xfrm>
        </p:spPr>
        <p:txBody>
          <a:bodyPr anchor="b"/>
          <a:lstStyle>
            <a:lvl1pPr>
              <a:defRPr>
                <a:solidFill>
                  <a:schemeClr val="accent3"/>
                </a:solidFill>
              </a:defRPr>
            </a:lvl1pPr>
          </a:lstStyle>
          <a:p>
            <a:r>
              <a:rPr lang="en-US"/>
              <a:t>Add quote text here Add quote text here Add quote text here Add quote text here Add quote text here</a:t>
            </a:r>
          </a:p>
        </p:txBody>
      </p:sp>
    </p:spTree>
    <p:extLst>
      <p:ext uri="{BB962C8B-B14F-4D97-AF65-F5344CB8AC3E}">
        <p14:creationId xmlns:p14="http://schemas.microsoft.com/office/powerpoint/2010/main" val="32705632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Quote slide 2b">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39D5D9-B234-7B4F-90F8-2A7ABA2E4ABF}"/>
              </a:ext>
            </a:extLst>
          </p:cNvPr>
          <p:cNvSpPr/>
          <p:nvPr userDrawn="1"/>
        </p:nvSpPr>
        <p:spPr bwMode="auto">
          <a:xfrm>
            <a:off x="0" y="0"/>
            <a:ext cx="8128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0" y="2044961"/>
            <a:ext cx="3478213" cy="276999"/>
          </a:xfrm>
        </p:spPr>
        <p:txBody>
          <a:bodyPr/>
          <a:lstStyle>
            <a:lvl1pPr marL="0" indent="0" algn="l">
              <a:spcBef>
                <a:spcPts val="0"/>
              </a:spcBef>
              <a:buNone/>
              <a:defRPr sz="1800">
                <a:latin typeface="+mj-lt"/>
              </a:defRPr>
            </a:lvl1pPr>
          </a:lstStyle>
          <a:p>
            <a:pPr lvl="0"/>
            <a:r>
              <a:rPr lang="en-US"/>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0" y="2342540"/>
            <a:ext cx="3478213"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8" y="2025650"/>
            <a:ext cx="6372225" cy="553998"/>
          </a:xfrm>
        </p:spPr>
        <p:txBody>
          <a:bodyPr anchor="t"/>
          <a:lstStyle>
            <a:lvl1pPr>
              <a:defRPr>
                <a:solidFill>
                  <a:schemeClr val="accent3"/>
                </a:solidFill>
              </a:defRPr>
            </a:lvl1pPr>
          </a:lstStyle>
          <a:p>
            <a:r>
              <a:rPr lang="en-US"/>
              <a:t>Add quote text here</a:t>
            </a:r>
          </a:p>
        </p:txBody>
      </p:sp>
    </p:spTree>
    <p:extLst>
      <p:ext uri="{BB962C8B-B14F-4D97-AF65-F5344CB8AC3E}">
        <p14:creationId xmlns:p14="http://schemas.microsoft.com/office/powerpoint/2010/main" val="16069523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733" userDrawn="1">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Quote slide with picture - alt">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1163638" y="3779493"/>
            <a:ext cx="6372225" cy="276999"/>
          </a:xfrm>
        </p:spPr>
        <p:txBody>
          <a:bodyPr/>
          <a:lstStyle>
            <a:lvl1pPr marL="0" indent="0" algn="l">
              <a:spcBef>
                <a:spcPts val="0"/>
              </a:spcBef>
              <a:buNone/>
              <a:defRPr sz="1800">
                <a:solidFill>
                  <a:schemeClr val="accent6"/>
                </a:solidFill>
                <a:latin typeface="+mj-lt"/>
              </a:defRPr>
            </a:lvl1pPr>
          </a:lstStyle>
          <a:p>
            <a:pPr lvl="0"/>
            <a:r>
              <a:rPr lang="en-US"/>
              <a:t>Name attribute</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5" name="Picture Placeholder 24">
            <a:extLst>
              <a:ext uri="{FF2B5EF4-FFF2-40B4-BE49-F238E27FC236}">
                <a16:creationId xmlns:a16="http://schemas.microsoft.com/office/drawing/2014/main" id="{DB4C8BDC-6825-414F-89F2-3D7A2187253C}"/>
              </a:ext>
            </a:extLst>
          </p:cNvPr>
          <p:cNvSpPr>
            <a:spLocks noGrp="1"/>
          </p:cNvSpPr>
          <p:nvPr>
            <p:ph type="pic" sz="quarter" idx="19"/>
          </p:nvPr>
        </p:nvSpPr>
        <p:spPr>
          <a:xfrm>
            <a:off x="7835900" y="0"/>
            <a:ext cx="4356100" cy="6858000"/>
          </a:xfrm>
        </p:spPr>
        <p:txBody>
          <a:bodyPr/>
          <a:lstStyle/>
          <a:p>
            <a:r>
              <a:rPr lang="en-US"/>
              <a:t>Click icon to add picture</a:t>
            </a:r>
          </a:p>
        </p:txBody>
      </p:sp>
      <p:sp>
        <p:nvSpPr>
          <p:cNvPr id="26" name="Text Placeholder 3">
            <a:extLst>
              <a:ext uri="{FF2B5EF4-FFF2-40B4-BE49-F238E27FC236}">
                <a16:creationId xmlns:a16="http://schemas.microsoft.com/office/drawing/2014/main" id="{90DE3A0D-12BA-BE4F-85C2-FCD13F863574}"/>
              </a:ext>
            </a:extLst>
          </p:cNvPr>
          <p:cNvSpPr>
            <a:spLocks noGrp="1"/>
          </p:cNvSpPr>
          <p:nvPr>
            <p:ph type="body" sz="quarter" idx="20" hasCustomPrompt="1"/>
          </p:nvPr>
        </p:nvSpPr>
        <p:spPr>
          <a:xfrm>
            <a:off x="1163638" y="4077072"/>
            <a:ext cx="6372225"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27" name="Title 1">
            <a:extLst>
              <a:ext uri="{FF2B5EF4-FFF2-40B4-BE49-F238E27FC236}">
                <a16:creationId xmlns:a16="http://schemas.microsoft.com/office/drawing/2014/main" id="{4AA6D598-4BC5-AF4E-B609-A7442E6DEBD3}"/>
              </a:ext>
            </a:extLst>
          </p:cNvPr>
          <p:cNvSpPr>
            <a:spLocks noGrp="1"/>
          </p:cNvSpPr>
          <p:nvPr>
            <p:ph type="title" hasCustomPrompt="1"/>
          </p:nvPr>
        </p:nvSpPr>
        <p:spPr>
          <a:xfrm>
            <a:off x="1163638" y="2025650"/>
            <a:ext cx="6372225" cy="553998"/>
          </a:xfrm>
        </p:spPr>
        <p:txBody>
          <a:bodyPr anchor="t"/>
          <a:lstStyle>
            <a:lvl1pPr>
              <a:defRPr>
                <a:solidFill>
                  <a:schemeClr val="tx1"/>
                </a:solidFill>
              </a:defRPr>
            </a:lvl1pPr>
          </a:lstStyle>
          <a:p>
            <a:r>
              <a:rPr lang="en-US"/>
              <a:t>Add quote text here</a:t>
            </a:r>
          </a:p>
        </p:txBody>
      </p:sp>
    </p:spTree>
    <p:extLst>
      <p:ext uri="{BB962C8B-B14F-4D97-AF65-F5344CB8AC3E}">
        <p14:creationId xmlns:p14="http://schemas.microsoft.com/office/powerpoint/2010/main" val="103861675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733" userDrawn="1">
          <p15:clr>
            <a:srgbClr val="5ACBF0"/>
          </p15:clr>
        </p15:guide>
        <p15:guide id="7" pos="4747" userDrawn="1">
          <p15:clr>
            <a:srgbClr val="5ACBF0"/>
          </p15:clr>
        </p15:guide>
        <p15:guide id="8" pos="4936">
          <p15:clr>
            <a:srgbClr val="5ACBF0"/>
          </p15:clr>
        </p15:guide>
        <p15:guide id="9" pos="5123">
          <p15:clr>
            <a:srgbClr val="5ACBF0"/>
          </p15:clr>
        </p15:guide>
        <p15:guide id="10" orient="horz" pos="3465" userDrawn="1">
          <p15:clr>
            <a:srgbClr val="5ACBF0"/>
          </p15:clr>
        </p15:guide>
        <p15:guide id="11" orient="horz" pos="1956" userDrawn="1">
          <p15:clr>
            <a:srgbClr val="FBAE40"/>
          </p15:clr>
        </p15:guide>
        <p15:guide id="12" pos="1096" userDrawn="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69616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4964009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3_Title and text side by sid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48745"/>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9"/>
            <a:ext cx="1873779"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8310202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585789"/>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585789"/>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429000"/>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429000"/>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585789"/>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429000"/>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Tree>
    <p:extLst>
      <p:ext uri="{BB962C8B-B14F-4D97-AF65-F5344CB8AC3E}">
        <p14:creationId xmlns:p14="http://schemas.microsoft.com/office/powerpoint/2010/main" val="814874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Left Title 3 Column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961465"/>
            <a:ext cx="158908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961465"/>
            <a:ext cx="1584325"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818966"/>
            <a:ext cx="1589088" cy="2453246"/>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818965"/>
            <a:ext cx="1584325" cy="24532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968188"/>
            <a:ext cx="159543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832412"/>
            <a:ext cx="1595438" cy="2439800"/>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9" name="Text Placeholder 2">
            <a:extLst>
              <a:ext uri="{FF2B5EF4-FFF2-40B4-BE49-F238E27FC236}">
                <a16:creationId xmlns:a16="http://schemas.microsoft.com/office/drawing/2014/main" id="{CC8AF00F-83DA-104D-A2BF-D2C439FE9BB3}"/>
              </a:ext>
            </a:extLst>
          </p:cNvPr>
          <p:cNvSpPr>
            <a:spLocks noGrp="1"/>
          </p:cNvSpPr>
          <p:nvPr>
            <p:ph type="body" sz="quarter" idx="17" hasCustomPrompt="1"/>
          </p:nvPr>
        </p:nvSpPr>
        <p:spPr>
          <a:xfrm>
            <a:off x="4370387" y="585789"/>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1</a:t>
            </a:r>
          </a:p>
        </p:txBody>
      </p:sp>
      <p:sp>
        <p:nvSpPr>
          <p:cNvPr id="10" name="Text Placeholder 2">
            <a:extLst>
              <a:ext uri="{FF2B5EF4-FFF2-40B4-BE49-F238E27FC236}">
                <a16:creationId xmlns:a16="http://schemas.microsoft.com/office/drawing/2014/main" id="{24A44678-F325-7746-8C84-E6F44D505769}"/>
              </a:ext>
            </a:extLst>
          </p:cNvPr>
          <p:cNvSpPr>
            <a:spLocks noGrp="1"/>
          </p:cNvSpPr>
          <p:nvPr>
            <p:ph type="body" sz="quarter" idx="18" hasCustomPrompt="1"/>
          </p:nvPr>
        </p:nvSpPr>
        <p:spPr>
          <a:xfrm>
            <a:off x="7192962" y="585789"/>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2</a:t>
            </a:r>
          </a:p>
        </p:txBody>
      </p:sp>
      <p:sp>
        <p:nvSpPr>
          <p:cNvPr id="12" name="Text Placeholder 2">
            <a:extLst>
              <a:ext uri="{FF2B5EF4-FFF2-40B4-BE49-F238E27FC236}">
                <a16:creationId xmlns:a16="http://schemas.microsoft.com/office/drawing/2014/main" id="{0EF3CCAA-003D-324C-9FAA-5B5DC19336A2}"/>
              </a:ext>
            </a:extLst>
          </p:cNvPr>
          <p:cNvSpPr>
            <a:spLocks noGrp="1"/>
          </p:cNvSpPr>
          <p:nvPr>
            <p:ph type="body" sz="quarter" idx="19" hasCustomPrompt="1"/>
          </p:nvPr>
        </p:nvSpPr>
        <p:spPr>
          <a:xfrm>
            <a:off x="10013950" y="585789"/>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3</a:t>
            </a:r>
          </a:p>
        </p:txBody>
      </p:sp>
      <p:sp>
        <p:nvSpPr>
          <p:cNvPr id="13" name="Text Placeholder 2">
            <a:extLst>
              <a:ext uri="{FF2B5EF4-FFF2-40B4-BE49-F238E27FC236}">
                <a16:creationId xmlns:a16="http://schemas.microsoft.com/office/drawing/2014/main" id="{C2BCACD0-0017-9A49-9325-DCBC40CB2C2D}"/>
              </a:ext>
            </a:extLst>
          </p:cNvPr>
          <p:cNvSpPr>
            <a:spLocks noGrp="1"/>
          </p:cNvSpPr>
          <p:nvPr>
            <p:ph type="body" sz="quarter" idx="20" hasCustomPrompt="1"/>
          </p:nvPr>
        </p:nvSpPr>
        <p:spPr>
          <a:xfrm>
            <a:off x="4371875" y="3442448"/>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4</a:t>
            </a:r>
          </a:p>
        </p:txBody>
      </p:sp>
      <p:sp>
        <p:nvSpPr>
          <p:cNvPr id="14" name="Text Placeholder 2">
            <a:extLst>
              <a:ext uri="{FF2B5EF4-FFF2-40B4-BE49-F238E27FC236}">
                <a16:creationId xmlns:a16="http://schemas.microsoft.com/office/drawing/2014/main" id="{E251C719-BC21-8C4B-9DBC-6E80CFA162A9}"/>
              </a:ext>
            </a:extLst>
          </p:cNvPr>
          <p:cNvSpPr>
            <a:spLocks noGrp="1"/>
          </p:cNvSpPr>
          <p:nvPr>
            <p:ph type="body" sz="quarter" idx="21" hasCustomPrompt="1"/>
          </p:nvPr>
        </p:nvSpPr>
        <p:spPr>
          <a:xfrm>
            <a:off x="7198939" y="3442447"/>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5</a:t>
            </a:r>
          </a:p>
        </p:txBody>
      </p:sp>
      <p:sp>
        <p:nvSpPr>
          <p:cNvPr id="15" name="Text Placeholder 2">
            <a:extLst>
              <a:ext uri="{FF2B5EF4-FFF2-40B4-BE49-F238E27FC236}">
                <a16:creationId xmlns:a16="http://schemas.microsoft.com/office/drawing/2014/main" id="{F4273179-F1BC-0844-A024-D6A32BBE630E}"/>
              </a:ext>
            </a:extLst>
          </p:cNvPr>
          <p:cNvSpPr>
            <a:spLocks noGrp="1"/>
          </p:cNvSpPr>
          <p:nvPr>
            <p:ph type="body" sz="quarter" idx="22" hasCustomPrompt="1"/>
          </p:nvPr>
        </p:nvSpPr>
        <p:spPr>
          <a:xfrm>
            <a:off x="10013950" y="3453944"/>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6</a:t>
            </a:r>
          </a:p>
        </p:txBody>
      </p:sp>
      <p:sp>
        <p:nvSpPr>
          <p:cNvPr id="17" name="Text Placeholder 16">
            <a:extLst>
              <a:ext uri="{FF2B5EF4-FFF2-40B4-BE49-F238E27FC236}">
                <a16:creationId xmlns:a16="http://schemas.microsoft.com/office/drawing/2014/main" id="{A6C6A35A-94DF-F144-AECD-CDD578CC4A7D}"/>
              </a:ext>
            </a:extLst>
          </p:cNvPr>
          <p:cNvSpPr>
            <a:spLocks noGrp="1"/>
          </p:cNvSpPr>
          <p:nvPr>
            <p:ph type="body" sz="quarter" idx="23"/>
          </p:nvPr>
        </p:nvSpPr>
        <p:spPr>
          <a:xfrm>
            <a:off x="584200" y="1436688"/>
            <a:ext cx="2538413" cy="1249573"/>
          </a:xfrm>
        </p:spPr>
        <p:txBody>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61988" indent="0">
              <a:buNone/>
              <a:defRPr sz="1400">
                <a:solidFill>
                  <a:schemeClr val="tx1"/>
                </a:solidFill>
              </a:defRPr>
            </a:lvl4pPr>
            <a:lvl5pPr marL="855663"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187997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0" pos="1967">
          <p15:clr>
            <a:srgbClr val="A4A3A4"/>
          </p15:clr>
        </p15:guide>
        <p15:guide id="11" pos="2150">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8" orient="horz" pos="905">
          <p15:clr>
            <a:srgbClr val="5ACBF0"/>
          </p15:clr>
        </p15:guide>
        <p15:guide id="30" orient="horz" pos="288">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7770739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13" name="Text Placeholder 12">
            <a:extLst>
              <a:ext uri="{FF2B5EF4-FFF2-40B4-BE49-F238E27FC236}">
                <a16:creationId xmlns:a16="http://schemas.microsoft.com/office/drawing/2014/main" id="{5A7F7DDB-BF21-0B40-8DBB-D5BC0B4C25FC}"/>
              </a:ext>
            </a:extLst>
          </p:cNvPr>
          <p:cNvSpPr>
            <a:spLocks noGrp="1"/>
          </p:cNvSpPr>
          <p:nvPr>
            <p:ph type="body" sz="quarter" idx="12" hasCustomPrompt="1"/>
          </p:nvPr>
        </p:nvSpPr>
        <p:spPr>
          <a:xfrm>
            <a:off x="49418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4" name="Text Placeholder 12">
            <a:extLst>
              <a:ext uri="{FF2B5EF4-FFF2-40B4-BE49-F238E27FC236}">
                <a16:creationId xmlns:a16="http://schemas.microsoft.com/office/drawing/2014/main" id="{4BDDDD90-9BFD-D94C-A026-A013126F234B}"/>
              </a:ext>
            </a:extLst>
          </p:cNvPr>
          <p:cNvSpPr>
            <a:spLocks noGrp="1"/>
          </p:cNvSpPr>
          <p:nvPr>
            <p:ph type="body" sz="quarter" idx="13" hasCustomPrompt="1"/>
          </p:nvPr>
        </p:nvSpPr>
        <p:spPr>
          <a:xfrm>
            <a:off x="86882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5" name="Text Placeholder 12">
            <a:extLst>
              <a:ext uri="{FF2B5EF4-FFF2-40B4-BE49-F238E27FC236}">
                <a16:creationId xmlns:a16="http://schemas.microsoft.com/office/drawing/2014/main" id="{232B6EB5-03C8-914E-9180-000AE9B40A6D}"/>
              </a:ext>
            </a:extLst>
          </p:cNvPr>
          <p:cNvSpPr>
            <a:spLocks noGrp="1"/>
          </p:cNvSpPr>
          <p:nvPr>
            <p:ph type="body" sz="quarter" idx="14" hasCustomPrompt="1"/>
          </p:nvPr>
        </p:nvSpPr>
        <p:spPr>
          <a:xfrm>
            <a:off x="49419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6" name="Text Placeholder 12">
            <a:extLst>
              <a:ext uri="{FF2B5EF4-FFF2-40B4-BE49-F238E27FC236}">
                <a16:creationId xmlns:a16="http://schemas.microsoft.com/office/drawing/2014/main" id="{E05CAB66-4649-1E49-8948-4B95A4DA20C6}"/>
              </a:ext>
            </a:extLst>
          </p:cNvPr>
          <p:cNvSpPr>
            <a:spLocks noGrp="1"/>
          </p:cNvSpPr>
          <p:nvPr>
            <p:ph type="body" sz="quarter" idx="15" hasCustomPrompt="1"/>
          </p:nvPr>
        </p:nvSpPr>
        <p:spPr>
          <a:xfrm>
            <a:off x="86883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7" name="Text Placeholder 12">
            <a:extLst>
              <a:ext uri="{FF2B5EF4-FFF2-40B4-BE49-F238E27FC236}">
                <a16:creationId xmlns:a16="http://schemas.microsoft.com/office/drawing/2014/main" id="{42F89A67-E82E-F843-9DEB-23D191BCA6DA}"/>
              </a:ext>
            </a:extLst>
          </p:cNvPr>
          <p:cNvSpPr>
            <a:spLocks noGrp="1"/>
          </p:cNvSpPr>
          <p:nvPr>
            <p:ph type="body" sz="quarter" idx="16" hasCustomPrompt="1"/>
          </p:nvPr>
        </p:nvSpPr>
        <p:spPr>
          <a:xfrm>
            <a:off x="49419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8" name="Text Placeholder 12">
            <a:extLst>
              <a:ext uri="{FF2B5EF4-FFF2-40B4-BE49-F238E27FC236}">
                <a16:creationId xmlns:a16="http://schemas.microsoft.com/office/drawing/2014/main" id="{0B8598BC-5AC5-AD4D-A8E2-20CD9CD176BF}"/>
              </a:ext>
            </a:extLst>
          </p:cNvPr>
          <p:cNvSpPr>
            <a:spLocks noGrp="1"/>
          </p:cNvSpPr>
          <p:nvPr>
            <p:ph type="body" sz="quarter" idx="17" hasCustomPrompt="1"/>
          </p:nvPr>
        </p:nvSpPr>
        <p:spPr>
          <a:xfrm>
            <a:off x="86883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Tree>
    <p:extLst>
      <p:ext uri="{BB962C8B-B14F-4D97-AF65-F5344CB8AC3E}">
        <p14:creationId xmlns:p14="http://schemas.microsoft.com/office/powerpoint/2010/main" val="367836929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Resources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9" name="Text Placeholder 4">
            <a:extLst>
              <a:ext uri="{FF2B5EF4-FFF2-40B4-BE49-F238E27FC236}">
                <a16:creationId xmlns:a16="http://schemas.microsoft.com/office/drawing/2014/main" id="{8F144F22-0BD6-9648-A319-DDB697CF396B}"/>
              </a:ext>
            </a:extLst>
          </p:cNvPr>
          <p:cNvSpPr>
            <a:spLocks noGrp="1"/>
          </p:cNvSpPr>
          <p:nvPr>
            <p:ph type="body" sz="quarter" idx="12" hasCustomPrompt="1"/>
          </p:nvPr>
        </p:nvSpPr>
        <p:spPr>
          <a:xfrm>
            <a:off x="8688289"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0" name="Text Placeholder 7">
            <a:extLst>
              <a:ext uri="{FF2B5EF4-FFF2-40B4-BE49-F238E27FC236}">
                <a16:creationId xmlns:a16="http://schemas.microsoft.com/office/drawing/2014/main" id="{5CF58F7B-2211-6646-985A-CAD949B1B5E7}"/>
              </a:ext>
            </a:extLst>
          </p:cNvPr>
          <p:cNvSpPr>
            <a:spLocks noGrp="1"/>
          </p:cNvSpPr>
          <p:nvPr>
            <p:ph type="body" sz="quarter" idx="13" hasCustomPrompt="1"/>
          </p:nvPr>
        </p:nvSpPr>
        <p:spPr>
          <a:xfrm>
            <a:off x="8688288"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1" name="Text Placeholder 4">
            <a:extLst>
              <a:ext uri="{FF2B5EF4-FFF2-40B4-BE49-F238E27FC236}">
                <a16:creationId xmlns:a16="http://schemas.microsoft.com/office/drawing/2014/main" id="{405EE505-078A-9D4D-AB44-E74DDB284FDF}"/>
              </a:ext>
            </a:extLst>
          </p:cNvPr>
          <p:cNvSpPr>
            <a:spLocks noGrp="1"/>
          </p:cNvSpPr>
          <p:nvPr>
            <p:ph type="body" sz="quarter" idx="14" hasCustomPrompt="1"/>
          </p:nvPr>
        </p:nvSpPr>
        <p:spPr>
          <a:xfrm>
            <a:off x="4943872"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2" name="Text Placeholder 7">
            <a:extLst>
              <a:ext uri="{FF2B5EF4-FFF2-40B4-BE49-F238E27FC236}">
                <a16:creationId xmlns:a16="http://schemas.microsoft.com/office/drawing/2014/main" id="{C8C6E084-6AAE-1F47-A359-962769636923}"/>
              </a:ext>
            </a:extLst>
          </p:cNvPr>
          <p:cNvSpPr>
            <a:spLocks noGrp="1"/>
          </p:cNvSpPr>
          <p:nvPr>
            <p:ph type="body" sz="quarter" idx="15" hasCustomPrompt="1"/>
          </p:nvPr>
        </p:nvSpPr>
        <p:spPr>
          <a:xfrm>
            <a:off x="4943871"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3" name="Text Placeholder 4">
            <a:extLst>
              <a:ext uri="{FF2B5EF4-FFF2-40B4-BE49-F238E27FC236}">
                <a16:creationId xmlns:a16="http://schemas.microsoft.com/office/drawing/2014/main" id="{1028C337-4BBC-0847-9E7B-072AA5006B67}"/>
              </a:ext>
            </a:extLst>
          </p:cNvPr>
          <p:cNvSpPr>
            <a:spLocks noGrp="1"/>
          </p:cNvSpPr>
          <p:nvPr>
            <p:ph type="body" sz="quarter" idx="16" hasCustomPrompt="1"/>
          </p:nvPr>
        </p:nvSpPr>
        <p:spPr>
          <a:xfrm>
            <a:off x="8688388"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4" name="Text Placeholder 7">
            <a:extLst>
              <a:ext uri="{FF2B5EF4-FFF2-40B4-BE49-F238E27FC236}">
                <a16:creationId xmlns:a16="http://schemas.microsoft.com/office/drawing/2014/main" id="{3CA908C0-CC26-994C-BCBB-16677F403D53}"/>
              </a:ext>
            </a:extLst>
          </p:cNvPr>
          <p:cNvSpPr>
            <a:spLocks noGrp="1"/>
          </p:cNvSpPr>
          <p:nvPr>
            <p:ph type="body" sz="quarter" idx="17" hasCustomPrompt="1"/>
          </p:nvPr>
        </p:nvSpPr>
        <p:spPr>
          <a:xfrm>
            <a:off x="8688387"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5" name="Text Placeholder 4">
            <a:extLst>
              <a:ext uri="{FF2B5EF4-FFF2-40B4-BE49-F238E27FC236}">
                <a16:creationId xmlns:a16="http://schemas.microsoft.com/office/drawing/2014/main" id="{2DF3FE50-082A-0948-BD94-1E474F8B6650}"/>
              </a:ext>
            </a:extLst>
          </p:cNvPr>
          <p:cNvSpPr>
            <a:spLocks noGrp="1"/>
          </p:cNvSpPr>
          <p:nvPr>
            <p:ph type="body" sz="quarter" idx="18" hasCustomPrompt="1"/>
          </p:nvPr>
        </p:nvSpPr>
        <p:spPr>
          <a:xfrm>
            <a:off x="4943971"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6" name="Text Placeholder 7">
            <a:extLst>
              <a:ext uri="{FF2B5EF4-FFF2-40B4-BE49-F238E27FC236}">
                <a16:creationId xmlns:a16="http://schemas.microsoft.com/office/drawing/2014/main" id="{51B46850-7DCD-C045-8688-B3173EA7128A}"/>
              </a:ext>
            </a:extLst>
          </p:cNvPr>
          <p:cNvSpPr>
            <a:spLocks noGrp="1"/>
          </p:cNvSpPr>
          <p:nvPr>
            <p:ph type="body" sz="quarter" idx="19" hasCustomPrompt="1"/>
          </p:nvPr>
        </p:nvSpPr>
        <p:spPr>
          <a:xfrm>
            <a:off x="4943970"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7" name="Text Placeholder 4">
            <a:extLst>
              <a:ext uri="{FF2B5EF4-FFF2-40B4-BE49-F238E27FC236}">
                <a16:creationId xmlns:a16="http://schemas.microsoft.com/office/drawing/2014/main" id="{2281B86D-86C4-EF4D-8E51-FA06DC5C129C}"/>
              </a:ext>
            </a:extLst>
          </p:cNvPr>
          <p:cNvSpPr>
            <a:spLocks noGrp="1"/>
          </p:cNvSpPr>
          <p:nvPr>
            <p:ph type="body" sz="quarter" idx="20" hasCustomPrompt="1"/>
          </p:nvPr>
        </p:nvSpPr>
        <p:spPr>
          <a:xfrm>
            <a:off x="8688388"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8" name="Text Placeholder 7">
            <a:extLst>
              <a:ext uri="{FF2B5EF4-FFF2-40B4-BE49-F238E27FC236}">
                <a16:creationId xmlns:a16="http://schemas.microsoft.com/office/drawing/2014/main" id="{CD7C6A60-8B27-F941-BE59-3393319E04A8}"/>
              </a:ext>
            </a:extLst>
          </p:cNvPr>
          <p:cNvSpPr>
            <a:spLocks noGrp="1"/>
          </p:cNvSpPr>
          <p:nvPr>
            <p:ph type="body" sz="quarter" idx="21" hasCustomPrompt="1"/>
          </p:nvPr>
        </p:nvSpPr>
        <p:spPr>
          <a:xfrm>
            <a:off x="8688387"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9" name="Text Placeholder 4">
            <a:extLst>
              <a:ext uri="{FF2B5EF4-FFF2-40B4-BE49-F238E27FC236}">
                <a16:creationId xmlns:a16="http://schemas.microsoft.com/office/drawing/2014/main" id="{65525191-F6B4-544C-B681-5D4D7614A715}"/>
              </a:ext>
            </a:extLst>
          </p:cNvPr>
          <p:cNvSpPr>
            <a:spLocks noGrp="1"/>
          </p:cNvSpPr>
          <p:nvPr>
            <p:ph type="body" sz="quarter" idx="22" hasCustomPrompt="1"/>
          </p:nvPr>
        </p:nvSpPr>
        <p:spPr>
          <a:xfrm>
            <a:off x="4943971"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40" name="Text Placeholder 7">
            <a:extLst>
              <a:ext uri="{FF2B5EF4-FFF2-40B4-BE49-F238E27FC236}">
                <a16:creationId xmlns:a16="http://schemas.microsoft.com/office/drawing/2014/main" id="{382BF458-E658-2448-A63F-544B4E757619}"/>
              </a:ext>
            </a:extLst>
          </p:cNvPr>
          <p:cNvSpPr>
            <a:spLocks noGrp="1"/>
          </p:cNvSpPr>
          <p:nvPr>
            <p:ph type="body" sz="quarter" idx="23" hasCustomPrompt="1"/>
          </p:nvPr>
        </p:nvSpPr>
        <p:spPr>
          <a:xfrm>
            <a:off x="4943970"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Tree>
    <p:extLst>
      <p:ext uri="{BB962C8B-B14F-4D97-AF65-F5344CB8AC3E}">
        <p14:creationId xmlns:p14="http://schemas.microsoft.com/office/powerpoint/2010/main" val="152312443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Subtitle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9248679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783590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4200" y="585788"/>
            <a:ext cx="6088063" cy="608698"/>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8361404" y="585788"/>
            <a:ext cx="3247983" cy="5683249"/>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731C9FF9-0EE9-A946-8C26-107C9EB0E78C}"/>
              </a:ext>
            </a:extLst>
          </p:cNvPr>
          <p:cNvSpPr>
            <a:spLocks noGrp="1"/>
          </p:cNvSpPr>
          <p:nvPr>
            <p:ph type="body" sz="quarter" idx="12"/>
          </p:nvPr>
        </p:nvSpPr>
        <p:spPr>
          <a:xfrm>
            <a:off x="584200" y="1196752"/>
            <a:ext cx="6088063" cy="2232247"/>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75047256"/>
      </p:ext>
    </p:extLst>
  </p:cSld>
  <p:clrMapOvr>
    <a:masterClrMapping/>
  </p:clrMapOvr>
  <p:transition>
    <p:fade/>
  </p:transition>
  <p:extLst>
    <p:ext uri="{DCECCB84-F9BA-43D5-87BE-67443E8EF086}">
      <p15:sldGuideLst xmlns:p15="http://schemas.microsoft.com/office/powerpoint/2012/main">
        <p15:guide id="13" pos="4929" userDrawn="1">
          <p15:clr>
            <a:srgbClr val="5ACBF0"/>
          </p15:clr>
        </p15:guide>
        <p15:guide id="29" orient="horz" pos="2160">
          <p15:clr>
            <a:srgbClr val="5ACBF0"/>
          </p15:clr>
        </p15:guide>
        <p15:guide id="30" pos="4566" userDrawn="1">
          <p15:clr>
            <a:srgbClr val="5ACBF0"/>
          </p15:clr>
        </p15:guide>
        <p15:guide id="31" pos="4203" userDrawn="1">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noAutofit/>
          </a:bodyPr>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8644385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Ref idx="1001">
        <a:schemeClr val="bg2"/>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8DDDE60-CF92-3E47-B933-9AD563CFC823}"/>
              </a:ext>
              <a:ext uri="{C183D7F6-B498-43B3-948B-1728B52AA6E4}">
                <adec:decorative xmlns:adec="http://schemas.microsoft.com/office/drawing/2017/decorative" val="1"/>
              </a:ext>
            </a:extLst>
          </p:cNvPr>
          <p:cNvCxnSpPr>
            <a:cxnSpLocks/>
          </p:cNvCxnSpPr>
          <p:nvPr userDrawn="1"/>
        </p:nvCxnSpPr>
        <p:spPr>
          <a:xfrm>
            <a:off x="6096000" y="1989442"/>
            <a:ext cx="0" cy="2879117"/>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E8FB02-E25B-E14D-8924-32CC3949ADD1}"/>
              </a:ext>
            </a:extLst>
          </p:cNvPr>
          <p:cNvSpPr>
            <a:spLocks noGrp="1"/>
          </p:cNvSpPr>
          <p:nvPr>
            <p:ph type="title" hasCustomPrompt="1"/>
          </p:nvPr>
        </p:nvSpPr>
        <p:spPr>
          <a:xfrm>
            <a:off x="588263" y="585788"/>
            <a:ext cx="4894962" cy="5683250"/>
          </a:xfrm>
        </p:spPr>
        <p:txBody>
          <a:bodyPr anchor="ctr">
            <a:noAutofit/>
          </a:bodyPr>
          <a:lstStyle>
            <a:lvl1pPr>
              <a:defRPr>
                <a:solidFill>
                  <a:schemeClr val="accent3"/>
                </a:solidFill>
              </a:defRPr>
            </a:lvl1pPr>
          </a:lstStyle>
          <a:p>
            <a:r>
              <a:rPr lang="en-US"/>
              <a:t>Title</a:t>
            </a:r>
          </a:p>
        </p:txBody>
      </p:sp>
      <p:sp>
        <p:nvSpPr>
          <p:cNvPr id="6" name="Text Placeholder 2">
            <a:extLst>
              <a:ext uri="{FF2B5EF4-FFF2-40B4-BE49-F238E27FC236}">
                <a16:creationId xmlns:a16="http://schemas.microsoft.com/office/drawing/2014/main" id="{C74FD3CD-1AFC-E14A-A565-37F4D59C5377}"/>
              </a:ext>
            </a:extLst>
          </p:cNvPr>
          <p:cNvSpPr>
            <a:spLocks noGrp="1"/>
          </p:cNvSpPr>
          <p:nvPr>
            <p:ph type="body" sz="quarter" idx="11"/>
          </p:nvPr>
        </p:nvSpPr>
        <p:spPr>
          <a:xfrm>
            <a:off x="6672262" y="585788"/>
            <a:ext cx="4937125"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0532634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6" pos="3749">
          <p15:clr>
            <a:srgbClr val="A4A3A4"/>
          </p15:clr>
        </p15:guide>
        <p15:guide id="17" pos="3931" userDrawn="1">
          <p15:clr>
            <a:srgbClr val="A4A3A4"/>
          </p15:clr>
        </p15:guide>
        <p15:guide id="28" pos="3840">
          <p15:clr>
            <a:srgbClr val="F26B43"/>
          </p15:clr>
        </p15:guide>
        <p15:guide id="29" pos="3454" userDrawn="1">
          <p15:clr>
            <a:srgbClr val="FBAE40"/>
          </p15:clr>
        </p15:guide>
        <p15:guide id="30" pos="4203" userDrawn="1">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Project Profi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3" y="585788"/>
            <a:ext cx="4726687" cy="850900"/>
          </a:xfrm>
        </p:spPr>
        <p:txBody>
          <a:bodyPr anchor="t">
            <a:noAutofit/>
          </a:bodyPr>
          <a:lstStyle>
            <a:lvl1pPr>
              <a:defRPr>
                <a:solidFill>
                  <a:schemeClr val="accent3"/>
                </a:solidFill>
              </a:defRPr>
            </a:lvl1pPr>
          </a:lstStyle>
          <a:p>
            <a:r>
              <a:rPr lang="en-US"/>
              <a:t>Project Name</a:t>
            </a:r>
          </a:p>
        </p:txBody>
      </p:sp>
      <p:cxnSp>
        <p:nvCxnSpPr>
          <p:cNvPr id="11" name="Straight Connector 10">
            <a:extLst>
              <a:ext uri="{FF2B5EF4-FFF2-40B4-BE49-F238E27FC236}">
                <a16:creationId xmlns:a16="http://schemas.microsoft.com/office/drawing/2014/main" id="{B2304FDD-17CA-A147-9CB2-F7A4E83816B0}"/>
              </a:ext>
            </a:extLst>
          </p:cNvPr>
          <p:cNvCxnSpPr/>
          <p:nvPr userDrawn="1"/>
        </p:nvCxnSpPr>
        <p:spPr>
          <a:xfrm>
            <a:off x="6240463" y="2028346"/>
            <a:ext cx="5368925"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7E88AE75-9022-0C40-AABE-5A0B8F88A37D}"/>
              </a:ext>
            </a:extLst>
          </p:cNvPr>
          <p:cNvSpPr>
            <a:spLocks noGrp="1"/>
          </p:cNvSpPr>
          <p:nvPr>
            <p:ph type="body" sz="quarter" idx="10" hasCustomPrompt="1"/>
          </p:nvPr>
        </p:nvSpPr>
        <p:spPr>
          <a:xfrm>
            <a:off x="584201" y="2017713"/>
            <a:ext cx="3481387" cy="2326791"/>
          </a:xfrm>
        </p:spPr>
        <p:txBody>
          <a:bodyPr/>
          <a:lstStyle>
            <a:lvl1pPr marL="0" indent="0">
              <a:lnSpc>
                <a:spcPct val="100000"/>
              </a:lnSpc>
              <a:buNone/>
              <a:defRPr sz="1800">
                <a:solidFill>
                  <a:schemeClr val="bg1"/>
                </a:solidFill>
              </a:defRPr>
            </a:lvl1pPr>
            <a:lvl2pPr marL="228600" indent="0">
              <a:buNone/>
              <a:defRPr sz="1800">
                <a:solidFill>
                  <a:schemeClr val="bg1"/>
                </a:solidFill>
              </a:defRPr>
            </a:lvl2pPr>
            <a:lvl3pPr marL="457200" indent="0">
              <a:buNone/>
              <a:defRPr sz="1800">
                <a:solidFill>
                  <a:schemeClr val="bg1"/>
                </a:solidFill>
              </a:defRPr>
            </a:lvl3pPr>
            <a:lvl4pPr marL="661988" indent="0">
              <a:buNone/>
              <a:defRPr sz="1800">
                <a:solidFill>
                  <a:schemeClr val="bg1"/>
                </a:solidFill>
              </a:defRPr>
            </a:lvl4pPr>
            <a:lvl5pPr marL="855663" indent="0">
              <a:buNone/>
              <a:defRPr sz="1800">
                <a:solidFill>
                  <a:schemeClr val="bg1"/>
                </a:solidFill>
              </a:defRPr>
            </a:lvl5pPr>
          </a:lstStyle>
          <a:p>
            <a:pPr>
              <a:lnSpc>
                <a:spcPct val="100000"/>
              </a:lnSpc>
            </a:pPr>
            <a:r>
              <a:rPr lang="en-US" sz="1800" b="0">
                <a:solidFill>
                  <a:schemeClr val="bg1"/>
                </a:solidFill>
                <a:latin typeface="Segoe UI" panose="020B0502040204020203" pitchFamily="34" charset="0"/>
                <a:cs typeface="Segoe UI" panose="020B0502040204020203" pitchFamily="34" charset="0"/>
              </a:rPr>
              <a:t>Provide more context and a detailed overview of what the project goals are, what you have or hope to accomplish.</a:t>
            </a:r>
          </a:p>
          <a:p>
            <a:pPr>
              <a:lnSpc>
                <a:spcPct val="100000"/>
              </a:lnSpc>
            </a:pPr>
            <a:endParaRPr lang="en-US" sz="1800" b="0">
              <a:solidFill>
                <a:schemeClr val="bg1"/>
              </a:solidFill>
              <a:latin typeface="Segoe UI" panose="020B0502040204020203" pitchFamily="34" charset="0"/>
              <a:cs typeface="Segoe UI" panose="020B0502040204020203" pitchFamily="34" charset="0"/>
            </a:endParaRPr>
          </a:p>
          <a:p>
            <a:pPr>
              <a:lnSpc>
                <a:spcPct val="100000"/>
              </a:lnSpc>
            </a:pPr>
            <a:r>
              <a:rPr lang="en-US" sz="1800" b="0">
                <a:solidFill>
                  <a:schemeClr val="bg1"/>
                </a:solidFill>
                <a:latin typeface="Segoe UI" panose="020B0502040204020203" pitchFamily="34" charset="0"/>
                <a:cs typeface="Segoe UI" panose="020B0502040204020203" pitchFamily="34" charset="0"/>
              </a:rPr>
              <a:t>This space accommodates multiple lines of text so there is enough room to give details.</a:t>
            </a:r>
          </a:p>
        </p:txBody>
      </p:sp>
      <p:sp>
        <p:nvSpPr>
          <p:cNvPr id="32" name="Text Placeholder 31">
            <a:extLst>
              <a:ext uri="{FF2B5EF4-FFF2-40B4-BE49-F238E27FC236}">
                <a16:creationId xmlns:a16="http://schemas.microsoft.com/office/drawing/2014/main" id="{A0CD7186-AF1B-F240-9FA1-9EE24D7F044C}"/>
              </a:ext>
            </a:extLst>
          </p:cNvPr>
          <p:cNvSpPr>
            <a:spLocks noGrp="1"/>
          </p:cNvSpPr>
          <p:nvPr>
            <p:ph type="body" sz="quarter" idx="11" hasCustomPrompt="1"/>
          </p:nvPr>
        </p:nvSpPr>
        <p:spPr>
          <a:xfrm>
            <a:off x="6240463" y="585788"/>
            <a:ext cx="1597025"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$2M</a:t>
            </a:r>
          </a:p>
        </p:txBody>
      </p:sp>
      <p:sp>
        <p:nvSpPr>
          <p:cNvPr id="33" name="Text Placeholder 31">
            <a:extLst>
              <a:ext uri="{FF2B5EF4-FFF2-40B4-BE49-F238E27FC236}">
                <a16:creationId xmlns:a16="http://schemas.microsoft.com/office/drawing/2014/main" id="{7587C738-B53A-F743-AF70-728C3FB00C7E}"/>
              </a:ext>
            </a:extLst>
          </p:cNvPr>
          <p:cNvSpPr>
            <a:spLocks noGrp="1"/>
          </p:cNvSpPr>
          <p:nvPr>
            <p:ph type="body" sz="quarter" idx="12" hasCustomPrompt="1"/>
          </p:nvPr>
        </p:nvSpPr>
        <p:spPr>
          <a:xfrm>
            <a:off x="8148638" y="585788"/>
            <a:ext cx="1560611"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70%</a:t>
            </a:r>
          </a:p>
        </p:txBody>
      </p:sp>
      <p:sp>
        <p:nvSpPr>
          <p:cNvPr id="34" name="Text Placeholder 31">
            <a:extLst>
              <a:ext uri="{FF2B5EF4-FFF2-40B4-BE49-F238E27FC236}">
                <a16:creationId xmlns:a16="http://schemas.microsoft.com/office/drawing/2014/main" id="{51CBA738-F416-D541-8E97-0F3A7416055D}"/>
              </a:ext>
            </a:extLst>
          </p:cNvPr>
          <p:cNvSpPr>
            <a:spLocks noGrp="1"/>
          </p:cNvSpPr>
          <p:nvPr>
            <p:ph type="body" sz="quarter" idx="13" hasCustomPrompt="1"/>
          </p:nvPr>
        </p:nvSpPr>
        <p:spPr>
          <a:xfrm>
            <a:off x="10013951" y="585788"/>
            <a:ext cx="1595438"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300</a:t>
            </a:r>
          </a:p>
        </p:txBody>
      </p:sp>
      <p:sp>
        <p:nvSpPr>
          <p:cNvPr id="36" name="Text Placeholder 35">
            <a:extLst>
              <a:ext uri="{FF2B5EF4-FFF2-40B4-BE49-F238E27FC236}">
                <a16:creationId xmlns:a16="http://schemas.microsoft.com/office/drawing/2014/main" id="{28B23554-69BF-764F-A44D-94C8151E6484}"/>
              </a:ext>
            </a:extLst>
          </p:cNvPr>
          <p:cNvSpPr>
            <a:spLocks noGrp="1"/>
          </p:cNvSpPr>
          <p:nvPr>
            <p:ph type="body" sz="quarter" idx="14" hasCustomPrompt="1"/>
          </p:nvPr>
        </p:nvSpPr>
        <p:spPr>
          <a:xfrm>
            <a:off x="6240463"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Financial</a:t>
            </a:r>
          </a:p>
          <a:p>
            <a:pPr lvl="0"/>
            <a:r>
              <a:rPr lang="en-US"/>
              <a:t>Value</a:t>
            </a:r>
          </a:p>
        </p:txBody>
      </p:sp>
      <p:sp>
        <p:nvSpPr>
          <p:cNvPr id="37" name="Text Placeholder 35">
            <a:extLst>
              <a:ext uri="{FF2B5EF4-FFF2-40B4-BE49-F238E27FC236}">
                <a16:creationId xmlns:a16="http://schemas.microsoft.com/office/drawing/2014/main" id="{F959484E-ADD1-F94C-8470-0C113E2E167A}"/>
              </a:ext>
            </a:extLst>
          </p:cNvPr>
          <p:cNvSpPr>
            <a:spLocks noGrp="1"/>
          </p:cNvSpPr>
          <p:nvPr>
            <p:ph type="body" sz="quarter" idx="15" hasCustomPrompt="1"/>
          </p:nvPr>
        </p:nvSpPr>
        <p:spPr>
          <a:xfrm>
            <a:off x="8148638"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Percentage</a:t>
            </a:r>
          </a:p>
          <a:p>
            <a:pPr lvl="0"/>
            <a:r>
              <a:rPr lang="en-US"/>
              <a:t>Value</a:t>
            </a:r>
          </a:p>
        </p:txBody>
      </p:sp>
      <p:sp>
        <p:nvSpPr>
          <p:cNvPr id="38" name="Text Placeholder 35">
            <a:extLst>
              <a:ext uri="{FF2B5EF4-FFF2-40B4-BE49-F238E27FC236}">
                <a16:creationId xmlns:a16="http://schemas.microsoft.com/office/drawing/2014/main" id="{3B6DEB9F-381E-D641-A8C9-29A7CC18D3E2}"/>
              </a:ext>
            </a:extLst>
          </p:cNvPr>
          <p:cNvSpPr>
            <a:spLocks noGrp="1"/>
          </p:cNvSpPr>
          <p:nvPr>
            <p:ph type="body" sz="quarter" idx="16" hasCustomPrompt="1"/>
          </p:nvPr>
        </p:nvSpPr>
        <p:spPr>
          <a:xfrm>
            <a:off x="10013950" y="1233489"/>
            <a:ext cx="1595438"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Additional</a:t>
            </a:r>
          </a:p>
          <a:p>
            <a:pPr lvl="0"/>
            <a:r>
              <a:rPr lang="en-US"/>
              <a:t>Value</a:t>
            </a:r>
          </a:p>
        </p:txBody>
      </p:sp>
      <p:sp>
        <p:nvSpPr>
          <p:cNvPr id="40" name="Text Placeholder 39">
            <a:extLst>
              <a:ext uri="{FF2B5EF4-FFF2-40B4-BE49-F238E27FC236}">
                <a16:creationId xmlns:a16="http://schemas.microsoft.com/office/drawing/2014/main" id="{F5A202A1-4A1F-5843-BD54-EC098D909269}"/>
              </a:ext>
            </a:extLst>
          </p:cNvPr>
          <p:cNvSpPr>
            <a:spLocks noGrp="1"/>
          </p:cNvSpPr>
          <p:nvPr>
            <p:ph type="body" sz="quarter" idx="17" hasCustomPrompt="1"/>
          </p:nvPr>
        </p:nvSpPr>
        <p:spPr>
          <a:xfrm>
            <a:off x="6240463" y="2017713"/>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2" name="Text Placeholder 41">
            <a:extLst>
              <a:ext uri="{FF2B5EF4-FFF2-40B4-BE49-F238E27FC236}">
                <a16:creationId xmlns:a16="http://schemas.microsoft.com/office/drawing/2014/main" id="{9E4D6518-F39B-D540-BBC8-F615FE1B6AF1}"/>
              </a:ext>
            </a:extLst>
          </p:cNvPr>
          <p:cNvSpPr>
            <a:spLocks noGrp="1"/>
          </p:cNvSpPr>
          <p:nvPr>
            <p:ph type="body" sz="quarter" idx="18" hasCustomPrompt="1"/>
          </p:nvPr>
        </p:nvSpPr>
        <p:spPr>
          <a:xfrm>
            <a:off x="6240463" y="2977115"/>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
        <p:nvSpPr>
          <p:cNvPr id="43" name="Text Placeholder 39">
            <a:extLst>
              <a:ext uri="{FF2B5EF4-FFF2-40B4-BE49-F238E27FC236}">
                <a16:creationId xmlns:a16="http://schemas.microsoft.com/office/drawing/2014/main" id="{BFD70A96-999C-1A46-83A7-D06801F55DB7}"/>
              </a:ext>
            </a:extLst>
          </p:cNvPr>
          <p:cNvSpPr>
            <a:spLocks noGrp="1"/>
          </p:cNvSpPr>
          <p:nvPr>
            <p:ph type="body" sz="quarter" idx="19" hasCustomPrompt="1"/>
          </p:nvPr>
        </p:nvSpPr>
        <p:spPr>
          <a:xfrm>
            <a:off x="6240463" y="4161319"/>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4" name="Text Placeholder 41">
            <a:extLst>
              <a:ext uri="{FF2B5EF4-FFF2-40B4-BE49-F238E27FC236}">
                <a16:creationId xmlns:a16="http://schemas.microsoft.com/office/drawing/2014/main" id="{F57534EE-A31A-3942-81EF-7420176EDD7B}"/>
              </a:ext>
            </a:extLst>
          </p:cNvPr>
          <p:cNvSpPr>
            <a:spLocks noGrp="1"/>
          </p:cNvSpPr>
          <p:nvPr>
            <p:ph type="body" sz="quarter" idx="20" hasCustomPrompt="1"/>
          </p:nvPr>
        </p:nvSpPr>
        <p:spPr>
          <a:xfrm>
            <a:off x="6240463" y="5120721"/>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Tree>
    <p:extLst>
      <p:ext uri="{BB962C8B-B14F-4D97-AF65-F5344CB8AC3E}">
        <p14:creationId xmlns:p14="http://schemas.microsoft.com/office/powerpoint/2010/main" val="3455035362"/>
      </p:ext>
    </p:extLst>
  </p:cSld>
  <p:clrMapOvr>
    <a:masterClrMapping/>
  </p:clrMapOvr>
  <p:transition>
    <p:fade/>
  </p:transition>
  <p:extLst>
    <p:ext uri="{DCECCB84-F9BA-43D5-87BE-67443E8EF086}">
      <p15:sldGuideLst xmlns:p15="http://schemas.microsoft.com/office/powerpoint/2012/main">
        <p15:guide id="16" pos="3754" userDrawn="1">
          <p15:clr>
            <a:srgbClr val="A4A3A4"/>
          </p15:clr>
        </p15:guide>
        <p15:guide id="17" pos="3931" userDrawn="1">
          <p15:clr>
            <a:srgbClr val="A4A3A4"/>
          </p15:clr>
        </p15:guide>
        <p15:guide id="20" pos="4937">
          <p15:clr>
            <a:srgbClr val="A4A3A4"/>
          </p15:clr>
        </p15:guide>
        <p15:guide id="21" pos="5133" userDrawn="1">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777" userDrawn="1">
          <p15:clr>
            <a:srgbClr val="FBAE40"/>
          </p15:clr>
        </p15:guide>
        <p15:guide id="32" orient="horz" pos="1162" userDrawn="1">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am 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4065589"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4" y="585788"/>
            <a:ext cx="2824862" cy="850900"/>
          </a:xfrm>
        </p:spPr>
        <p:txBody>
          <a:bodyPr anchor="t">
            <a:noAutofit/>
          </a:bodyPr>
          <a:lstStyle>
            <a:lvl1pPr>
              <a:defRPr>
                <a:solidFill>
                  <a:schemeClr val="accent3"/>
                </a:solidFill>
              </a:defRPr>
            </a:lvl1pPr>
          </a:lstStyle>
          <a:p>
            <a:r>
              <a:rPr lang="en-US"/>
              <a:t>Hello</a:t>
            </a:r>
          </a:p>
        </p:txBody>
      </p:sp>
      <p:sp>
        <p:nvSpPr>
          <p:cNvPr id="25" name="Text Placeholder 24">
            <a:extLst>
              <a:ext uri="{FF2B5EF4-FFF2-40B4-BE49-F238E27FC236}">
                <a16:creationId xmlns:a16="http://schemas.microsoft.com/office/drawing/2014/main" id="{687B7084-FB17-304C-A2D7-1145E7FE9D5A}"/>
              </a:ext>
            </a:extLst>
          </p:cNvPr>
          <p:cNvSpPr>
            <a:spLocks noGrp="1"/>
          </p:cNvSpPr>
          <p:nvPr>
            <p:ph type="body" sz="quarter" idx="11" hasCustomPrompt="1"/>
          </p:nvPr>
        </p:nvSpPr>
        <p:spPr>
          <a:xfrm>
            <a:off x="7192963" y="1437685"/>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27" name="Text Placeholder 26">
            <a:extLst>
              <a:ext uri="{FF2B5EF4-FFF2-40B4-BE49-F238E27FC236}">
                <a16:creationId xmlns:a16="http://schemas.microsoft.com/office/drawing/2014/main" id="{0B58D5F9-9ECC-AE4D-AEE6-08C911DE2503}"/>
              </a:ext>
            </a:extLst>
          </p:cNvPr>
          <p:cNvSpPr>
            <a:spLocks noGrp="1"/>
          </p:cNvSpPr>
          <p:nvPr>
            <p:ph type="body" sz="quarter" idx="12" hasCustomPrompt="1"/>
          </p:nvPr>
        </p:nvSpPr>
        <p:spPr>
          <a:xfrm>
            <a:off x="7192963" y="1802269"/>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29" name="Text Placeholder 28">
            <a:extLst>
              <a:ext uri="{FF2B5EF4-FFF2-40B4-BE49-F238E27FC236}">
                <a16:creationId xmlns:a16="http://schemas.microsoft.com/office/drawing/2014/main" id="{688E32A6-35BF-E143-8E34-3EF1E3F217EA}"/>
              </a:ext>
            </a:extLst>
          </p:cNvPr>
          <p:cNvSpPr>
            <a:spLocks noGrp="1"/>
          </p:cNvSpPr>
          <p:nvPr>
            <p:ph type="body" sz="quarter" idx="13" hasCustomPrompt="1"/>
          </p:nvPr>
        </p:nvSpPr>
        <p:spPr>
          <a:xfrm>
            <a:off x="7192963" y="2200939"/>
            <a:ext cx="3835399" cy="1150185"/>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quis</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nostrud</a:t>
            </a:r>
            <a:r>
              <a:rPr lang="en-US" sz="1200" b="0">
                <a:solidFill>
                  <a:srgbClr val="505050"/>
                </a:solidFill>
                <a:latin typeface="Segoe UI" panose="020B0502040204020203" pitchFamily="34" charset="0"/>
                <a:cs typeface="Segoe UI" panose="020B0502040204020203" pitchFamily="34" charset="0"/>
              </a:rPr>
              <a:t> exercitation </a:t>
            </a:r>
            <a:r>
              <a:rPr lang="en-US" sz="1200" b="0" err="1">
                <a:solidFill>
                  <a:srgbClr val="505050"/>
                </a:solidFill>
                <a:latin typeface="Segoe UI" panose="020B0502040204020203" pitchFamily="34" charset="0"/>
                <a:cs typeface="Segoe UI" panose="020B0502040204020203" pitchFamily="34" charset="0"/>
              </a:rPr>
              <a:t>ullamco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laboris</a:t>
            </a:r>
            <a:r>
              <a:rPr lang="en-US" sz="1200" b="0">
                <a:solidFill>
                  <a:srgbClr val="505050"/>
                </a:solidFill>
                <a:latin typeface="Segoe UI" panose="020B0502040204020203" pitchFamily="34" charset="0"/>
                <a:cs typeface="Segoe UI" panose="020B0502040204020203" pitchFamily="34" charset="0"/>
              </a:rPr>
              <a:t> nisi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aliquip</a:t>
            </a:r>
            <a:r>
              <a:rPr lang="en-US" sz="1200" b="0">
                <a:solidFill>
                  <a:srgbClr val="505050"/>
                </a:solidFill>
                <a:latin typeface="Segoe UI" panose="020B0502040204020203" pitchFamily="34" charset="0"/>
                <a:cs typeface="Segoe UI" panose="020B0502040204020203" pitchFamily="34" charset="0"/>
              </a:rPr>
              <a:t> ex </a:t>
            </a:r>
            <a:r>
              <a:rPr lang="en-US" sz="1200" b="0" err="1">
                <a:solidFill>
                  <a:srgbClr val="505050"/>
                </a:solidFill>
                <a:latin typeface="Segoe UI" panose="020B0502040204020203" pitchFamily="34" charset="0"/>
                <a:cs typeface="Segoe UI" panose="020B0502040204020203" pitchFamily="34" charset="0"/>
              </a:rPr>
              <a:t>ea</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commodo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consequat</a:t>
            </a:r>
            <a:r>
              <a:rPr lang="en-US" sz="1200" b="0">
                <a:solidFill>
                  <a:srgbClr val="505050"/>
                </a:solidFill>
                <a:latin typeface="Segoe UI" panose="020B0502040204020203" pitchFamily="34" charset="0"/>
                <a:cs typeface="Segoe UI" panose="020B0502040204020203" pitchFamily="34" charset="0"/>
              </a:rPr>
              <a:t>. </a:t>
            </a:r>
          </a:p>
        </p:txBody>
      </p:sp>
      <p:sp>
        <p:nvSpPr>
          <p:cNvPr id="30" name="Text Placeholder 24">
            <a:extLst>
              <a:ext uri="{FF2B5EF4-FFF2-40B4-BE49-F238E27FC236}">
                <a16:creationId xmlns:a16="http://schemas.microsoft.com/office/drawing/2014/main" id="{0B57611E-E7C7-324D-8BF8-320980FF4F27}"/>
              </a:ext>
            </a:extLst>
          </p:cNvPr>
          <p:cNvSpPr>
            <a:spLocks noGrp="1"/>
          </p:cNvSpPr>
          <p:nvPr>
            <p:ph type="body" sz="quarter" idx="14" hasCustomPrompt="1"/>
          </p:nvPr>
        </p:nvSpPr>
        <p:spPr>
          <a:xfrm>
            <a:off x="7192963" y="4292600"/>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31" name="Text Placeholder 26">
            <a:extLst>
              <a:ext uri="{FF2B5EF4-FFF2-40B4-BE49-F238E27FC236}">
                <a16:creationId xmlns:a16="http://schemas.microsoft.com/office/drawing/2014/main" id="{3340D410-0B5B-4B4B-AEA6-2655A1EB04FD}"/>
              </a:ext>
            </a:extLst>
          </p:cNvPr>
          <p:cNvSpPr>
            <a:spLocks noGrp="1"/>
          </p:cNvSpPr>
          <p:nvPr>
            <p:ph type="body" sz="quarter" idx="15" hasCustomPrompt="1"/>
          </p:nvPr>
        </p:nvSpPr>
        <p:spPr>
          <a:xfrm>
            <a:off x="7192963" y="4657184"/>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32" name="Text Placeholder 28">
            <a:extLst>
              <a:ext uri="{FF2B5EF4-FFF2-40B4-BE49-F238E27FC236}">
                <a16:creationId xmlns:a16="http://schemas.microsoft.com/office/drawing/2014/main" id="{BD35ACAE-2494-4842-AAF6-13BCA3369290}"/>
              </a:ext>
            </a:extLst>
          </p:cNvPr>
          <p:cNvSpPr>
            <a:spLocks noGrp="1"/>
          </p:cNvSpPr>
          <p:nvPr>
            <p:ph type="body" sz="quarter" idx="16" hasCustomPrompt="1"/>
          </p:nvPr>
        </p:nvSpPr>
        <p:spPr>
          <a:xfrm>
            <a:off x="7192963" y="5055854"/>
            <a:ext cx="3835400" cy="1213183"/>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quis</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nostrud</a:t>
            </a:r>
            <a:r>
              <a:rPr lang="en-US" sz="1200" b="0">
                <a:solidFill>
                  <a:srgbClr val="505050"/>
                </a:solidFill>
                <a:latin typeface="Segoe UI" panose="020B0502040204020203" pitchFamily="34" charset="0"/>
                <a:cs typeface="Segoe UI" panose="020B0502040204020203" pitchFamily="34" charset="0"/>
              </a:rPr>
              <a:t> exercitation </a:t>
            </a:r>
            <a:r>
              <a:rPr lang="en-US" sz="1200" b="0" err="1">
                <a:solidFill>
                  <a:srgbClr val="505050"/>
                </a:solidFill>
                <a:latin typeface="Segoe UI" panose="020B0502040204020203" pitchFamily="34" charset="0"/>
                <a:cs typeface="Segoe UI" panose="020B0502040204020203" pitchFamily="34" charset="0"/>
              </a:rPr>
              <a:t>ullamco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laboris</a:t>
            </a:r>
            <a:r>
              <a:rPr lang="en-US" sz="1200" b="0">
                <a:solidFill>
                  <a:srgbClr val="505050"/>
                </a:solidFill>
                <a:latin typeface="Segoe UI" panose="020B0502040204020203" pitchFamily="34" charset="0"/>
                <a:cs typeface="Segoe UI" panose="020B0502040204020203" pitchFamily="34" charset="0"/>
              </a:rPr>
              <a:t> nisi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aliquip</a:t>
            </a:r>
            <a:r>
              <a:rPr lang="en-US" sz="1200" b="0">
                <a:solidFill>
                  <a:srgbClr val="505050"/>
                </a:solidFill>
                <a:latin typeface="Segoe UI" panose="020B0502040204020203" pitchFamily="34" charset="0"/>
                <a:cs typeface="Segoe UI" panose="020B0502040204020203" pitchFamily="34" charset="0"/>
              </a:rPr>
              <a:t> ex </a:t>
            </a:r>
            <a:r>
              <a:rPr lang="en-US" sz="1200" b="0" err="1">
                <a:solidFill>
                  <a:srgbClr val="505050"/>
                </a:solidFill>
                <a:latin typeface="Segoe UI" panose="020B0502040204020203" pitchFamily="34" charset="0"/>
                <a:cs typeface="Segoe UI" panose="020B0502040204020203" pitchFamily="34" charset="0"/>
              </a:rPr>
              <a:t>ea</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commodo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consequat</a:t>
            </a:r>
            <a:r>
              <a:rPr lang="en-US" sz="1200" b="0">
                <a:solidFill>
                  <a:srgbClr val="505050"/>
                </a:solidFill>
                <a:latin typeface="Segoe UI" panose="020B0502040204020203" pitchFamily="34" charset="0"/>
                <a:cs typeface="Segoe UI" panose="020B0502040204020203" pitchFamily="34" charset="0"/>
              </a:rPr>
              <a:t>. </a:t>
            </a:r>
          </a:p>
        </p:txBody>
      </p:sp>
      <p:sp>
        <p:nvSpPr>
          <p:cNvPr id="40" name="Picture Placeholder 39">
            <a:extLst>
              <a:ext uri="{FF2B5EF4-FFF2-40B4-BE49-F238E27FC236}">
                <a16:creationId xmlns:a16="http://schemas.microsoft.com/office/drawing/2014/main" id="{BA73218E-471B-984D-AF23-10EDB19E9A7F}"/>
              </a:ext>
            </a:extLst>
          </p:cNvPr>
          <p:cNvSpPr>
            <a:spLocks noGrp="1"/>
          </p:cNvSpPr>
          <p:nvPr>
            <p:ph type="pic" sz="quarter" idx="17"/>
          </p:nvPr>
        </p:nvSpPr>
        <p:spPr>
          <a:xfrm>
            <a:off x="5314950" y="1436687"/>
            <a:ext cx="1576800" cy="1576800"/>
          </a:xfrm>
          <a:prstGeom prst="ellipse">
            <a:avLst/>
          </a:prstGeom>
        </p:spPr>
        <p:txBody>
          <a:bodyPr/>
          <a:lstStyle>
            <a:lvl1pPr>
              <a:defRPr sz="1000"/>
            </a:lvl1pPr>
          </a:lstStyle>
          <a:p>
            <a:r>
              <a:rPr lang="en-US"/>
              <a:t>Click icon to add picture</a:t>
            </a:r>
          </a:p>
        </p:txBody>
      </p:sp>
      <p:sp>
        <p:nvSpPr>
          <p:cNvPr id="41" name="Picture Placeholder 39">
            <a:extLst>
              <a:ext uri="{FF2B5EF4-FFF2-40B4-BE49-F238E27FC236}">
                <a16:creationId xmlns:a16="http://schemas.microsoft.com/office/drawing/2014/main" id="{0DF309B0-7379-4C44-A541-B4343B549DC2}"/>
              </a:ext>
            </a:extLst>
          </p:cNvPr>
          <p:cNvSpPr>
            <a:spLocks noGrp="1"/>
          </p:cNvSpPr>
          <p:nvPr>
            <p:ph type="pic" sz="quarter" idx="18"/>
          </p:nvPr>
        </p:nvSpPr>
        <p:spPr>
          <a:xfrm>
            <a:off x="5314950" y="4293096"/>
            <a:ext cx="1576800" cy="1576800"/>
          </a:xfrm>
          <a:prstGeom prst="ellipse">
            <a:avLst/>
          </a:prstGeom>
        </p:spPr>
        <p:txBody>
          <a:bodyPr/>
          <a:lstStyle>
            <a:lvl1pPr>
              <a:defRPr sz="1000"/>
            </a:lvl1pPr>
          </a:lstStyle>
          <a:p>
            <a:r>
              <a:rPr lang="en-US"/>
              <a:t>Click icon to add picture</a:t>
            </a:r>
          </a:p>
        </p:txBody>
      </p:sp>
    </p:spTree>
    <p:extLst>
      <p:ext uri="{BB962C8B-B14F-4D97-AF65-F5344CB8AC3E}">
        <p14:creationId xmlns:p14="http://schemas.microsoft.com/office/powerpoint/2010/main" val="835566677"/>
      </p:ext>
    </p:extLst>
  </p:cSld>
  <p:clrMapOvr>
    <a:masterClrMapping/>
  </p:clrMapOvr>
  <p:transition>
    <p:fade/>
  </p:transition>
  <p:extLst>
    <p:ext uri="{DCECCB84-F9BA-43D5-87BE-67443E8EF086}">
      <p15:sldGuideLst xmlns:p15="http://schemas.microsoft.com/office/powerpoint/2012/main">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guide id="31" orient="horz" pos="2704" userDrawn="1">
          <p15:clr>
            <a:srgbClr val="5ACBF0"/>
          </p15:clr>
        </p15:guide>
        <p15:guide id="32" pos="6947" userDrawn="1">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3_4-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F020-426C-5E40-B5A3-0630A950B07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solidFill>
                  <a:schemeClr val="accent3"/>
                </a:solidFill>
              </a:defRPr>
            </a:lvl1pPr>
          </a:lstStyle>
          <a:p>
            <a:r>
              <a:rPr lang="en-US"/>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p:cNvSpPr>
          <p:nvPr>
            <p:ph type="pic" sz="quarter" idx="23"/>
          </p:nvPr>
        </p:nvSpPr>
        <p:spPr>
          <a:xfrm>
            <a:off x="774200" y="1785409"/>
            <a:ext cx="2160000" cy="2160000"/>
          </a:xfrm>
          <a:prstGeom prst="ellipse">
            <a:avLst/>
          </a:prstGeom>
          <a:ln>
            <a:noFill/>
          </a:ln>
        </p:spPr>
        <p:txBody>
          <a:bodyPr/>
          <a:lstStyle/>
          <a:p>
            <a:r>
              <a:rPr lang="en-US"/>
              <a:t>Click icon to add picture</a:t>
            </a:r>
          </a:p>
        </p:txBody>
      </p:sp>
      <p:sp>
        <p:nvSpPr>
          <p:cNvPr id="26" name="Picture Placeholder 16">
            <a:extLst>
              <a:ext uri="{FF2B5EF4-FFF2-40B4-BE49-F238E27FC236}">
                <a16:creationId xmlns:a16="http://schemas.microsoft.com/office/drawing/2014/main" id="{7216C99D-59E0-D148-8FD5-A06B5D098A96}"/>
              </a:ext>
            </a:extLst>
          </p:cNvPr>
          <p:cNvSpPr>
            <a:spLocks noGrp="1"/>
          </p:cNvSpPr>
          <p:nvPr>
            <p:ph type="pic" sz="quarter" idx="24"/>
          </p:nvPr>
        </p:nvSpPr>
        <p:spPr>
          <a:xfrm>
            <a:off x="3603125" y="1785409"/>
            <a:ext cx="2160000" cy="2160000"/>
          </a:xfrm>
          <a:prstGeom prst="ellipse">
            <a:avLst/>
          </a:prstGeom>
          <a:ln>
            <a:noFill/>
          </a:ln>
        </p:spPr>
        <p:txBody>
          <a:bodyPr/>
          <a:lstStyle/>
          <a:p>
            <a:r>
              <a:rPr lang="en-US"/>
              <a:t>Click icon to add picture</a:t>
            </a:r>
          </a:p>
        </p:txBody>
      </p:sp>
      <p:sp>
        <p:nvSpPr>
          <p:cNvPr id="28" name="Picture Placeholder 16">
            <a:extLst>
              <a:ext uri="{FF2B5EF4-FFF2-40B4-BE49-F238E27FC236}">
                <a16:creationId xmlns:a16="http://schemas.microsoft.com/office/drawing/2014/main" id="{D4B99A33-76D9-4843-8919-AD5FEF9A31F2}"/>
              </a:ext>
            </a:extLst>
          </p:cNvPr>
          <p:cNvSpPr>
            <a:spLocks noGrp="1"/>
          </p:cNvSpPr>
          <p:nvPr>
            <p:ph type="pic" sz="quarter" idx="25"/>
          </p:nvPr>
        </p:nvSpPr>
        <p:spPr>
          <a:xfrm>
            <a:off x="6428875" y="1785409"/>
            <a:ext cx="2160000" cy="2160000"/>
          </a:xfrm>
          <a:prstGeom prst="ellipse">
            <a:avLst/>
          </a:prstGeom>
          <a:ln>
            <a:noFill/>
          </a:ln>
        </p:spPr>
        <p:txBody>
          <a:bodyPr/>
          <a:lstStyle/>
          <a:p>
            <a:r>
              <a:rPr lang="en-US"/>
              <a:t>Click icon to add picture</a:t>
            </a:r>
          </a:p>
        </p:txBody>
      </p:sp>
      <p:sp>
        <p:nvSpPr>
          <p:cNvPr id="30" name="Picture Placeholder 16">
            <a:extLst>
              <a:ext uri="{FF2B5EF4-FFF2-40B4-BE49-F238E27FC236}">
                <a16:creationId xmlns:a16="http://schemas.microsoft.com/office/drawing/2014/main" id="{961589AC-2E68-5C4F-BF84-D883C8663119}"/>
              </a:ext>
            </a:extLst>
          </p:cNvPr>
          <p:cNvSpPr>
            <a:spLocks noGrp="1"/>
          </p:cNvSpPr>
          <p:nvPr>
            <p:ph type="pic" sz="quarter" idx="26"/>
          </p:nvPr>
        </p:nvSpPr>
        <p:spPr>
          <a:xfrm>
            <a:off x="9260975" y="1785409"/>
            <a:ext cx="2160000" cy="2160000"/>
          </a:xfrm>
          <a:prstGeom prst="ellipse">
            <a:avLst/>
          </a:prstGeom>
          <a:ln>
            <a:noFill/>
          </a:ln>
        </p:spPr>
        <p:txBody>
          <a:bodyPr/>
          <a:lstStyle/>
          <a:p>
            <a:r>
              <a:rPr lang="en-US"/>
              <a:t>Click icon to add picture</a:t>
            </a:r>
          </a:p>
        </p:txBody>
      </p:sp>
    </p:spTree>
    <p:extLst>
      <p:ext uri="{BB962C8B-B14F-4D97-AF65-F5344CB8AC3E}">
        <p14:creationId xmlns:p14="http://schemas.microsoft.com/office/powerpoint/2010/main" val="648551354"/>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userDrawn="1">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Profile Slid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accent3"/>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tx1"/>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tx1"/>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tx1"/>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tx1"/>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tx1"/>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tx1"/>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15621394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rofile Slide 2">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tx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accent6"/>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accent6"/>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accent6"/>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accent6"/>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accent6"/>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accent6"/>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accent6"/>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38011785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Large Number Divider 1">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tx1"/>
                </a:solidFill>
                <a:latin typeface="+mj-lt"/>
              </a:defRPr>
            </a:lvl1pPr>
          </a:lstStyle>
          <a:p>
            <a:pPr lvl="0"/>
            <a:r>
              <a:rPr lang="en-US"/>
              <a:t>Section 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1</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Tree>
    <p:extLst>
      <p:ext uri="{BB962C8B-B14F-4D97-AF65-F5344CB8AC3E}">
        <p14:creationId xmlns:p14="http://schemas.microsoft.com/office/powerpoint/2010/main" val="30921821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E8663993-2CF4-0843-9834-2078442DBA7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90063326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25F75097-07A2-DA4F-AFC5-71B04739FCB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6847385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3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96CEF9B0-0F7A-414C-9382-56532822A96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5503519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4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0B03ADF2-CBA0-AB48-AC2A-77EAF2C81AA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7724713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5_Large Number Divider 1">
    <p:bg>
      <p:bgRef idx="1001">
        <a:schemeClr val="bg2"/>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1</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9" name="Title 1">
            <a:extLst>
              <a:ext uri="{FF2B5EF4-FFF2-40B4-BE49-F238E27FC236}">
                <a16:creationId xmlns:a16="http://schemas.microsoft.com/office/drawing/2014/main" id="{939C9626-6AB7-9442-8C32-698E08BC85A7}"/>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7445959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6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649666AF-1BFD-C547-B312-5E30EBC9B839}"/>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7228313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7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443D24FC-F71D-C245-A2DA-55D32F6AA87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57784161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8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DA3A573E-5425-E24C-AC5B-D2C67E89FC53}"/>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422873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9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AD9EEC05-DC95-844E-868F-EEEB231AD96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58932719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0080298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42438410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9785341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6566852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2063983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4509513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5770881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Section Divider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25625778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Section Divider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749752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Section Divider 4">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93204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description</a:t>
            </a:r>
          </a:p>
        </p:txBody>
      </p:sp>
      <p:sp>
        <p:nvSpPr>
          <p:cNvPr id="5" name="Text Placeholder 4"/>
          <p:cNvSpPr>
            <a:spLocks noGrp="1"/>
          </p:cNvSpPr>
          <p:nvPr>
            <p:ph type="body" sz="quarter" idx="12" hasCustomPrompt="1"/>
          </p:nvPr>
        </p:nvSpPr>
        <p:spPr>
          <a:xfrm>
            <a:off x="585216" y="585788"/>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accent3"/>
                </a:solidFill>
                <a:latin typeface="+mn-lt"/>
              </a:defRPr>
            </a:lvl1pPr>
          </a:lstStyle>
          <a:p>
            <a:pPr lvl="0"/>
            <a:r>
              <a:rPr lang="en-US"/>
              <a:t>Section Name</a:t>
            </a:r>
          </a:p>
        </p:txBody>
      </p:sp>
    </p:spTree>
    <p:extLst>
      <p:ext uri="{BB962C8B-B14F-4D97-AF65-F5344CB8AC3E}">
        <p14:creationId xmlns:p14="http://schemas.microsoft.com/office/powerpoint/2010/main" val="11667776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title with no subtitle</a:t>
            </a:r>
          </a:p>
        </p:txBody>
      </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 with no subtitle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Blank 12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Blank 12 Column Dark Bkg">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Apendix Blue Bkg">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377B63-6619-6B40-8D85-1D972ED609B9}"/>
              </a:ext>
            </a:extLst>
          </p:cNvPr>
          <p:cNvSpPr>
            <a:spLocks noGrp="1"/>
          </p:cNvSpPr>
          <p:nvPr>
            <p:ph type="body" sz="quarter" idx="10" hasCustomPrompt="1"/>
          </p:nvPr>
        </p:nvSpPr>
        <p:spPr>
          <a:xfrm>
            <a:off x="584200" y="5715040"/>
            <a:ext cx="5367338" cy="553998"/>
          </a:xfrm>
        </p:spPr>
        <p:txBody>
          <a:bodyPr anchor="b"/>
          <a:lstStyle>
            <a:lvl1pPr marL="0" indent="0">
              <a:buNone/>
              <a:defRPr sz="3600">
                <a:latin typeface="+mj-lt"/>
              </a:defRPr>
            </a:lvl1pPr>
          </a:lstStyle>
          <a:p>
            <a:pPr lvl="0"/>
            <a:r>
              <a:rPr lang="en-US"/>
              <a:t>Appendix</a:t>
            </a:r>
          </a:p>
        </p:txBody>
      </p:sp>
    </p:spTree>
    <p:extLst>
      <p:ext uri="{BB962C8B-B14F-4D97-AF65-F5344CB8AC3E}">
        <p14:creationId xmlns:p14="http://schemas.microsoft.com/office/powerpoint/2010/main" val="235373038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6" pos="3749">
          <p15:clr>
            <a:srgbClr val="A4A3A4"/>
          </p15:clr>
        </p15:guide>
        <p15:guide id="17" pos="3932">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slideLayout" Target="../slideLayouts/slideLayout37.xml"/><Relationship Id="rId7" Type="http://schemas.openxmlformats.org/officeDocument/2006/relationships/theme" Target="../theme/theme2.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66.xml"/><Relationship Id="rId21" Type="http://schemas.openxmlformats.org/officeDocument/2006/relationships/slideLayout" Target="../slideLayouts/slideLayout61.xml"/><Relationship Id="rId42" Type="http://schemas.openxmlformats.org/officeDocument/2006/relationships/slideLayout" Target="../slideLayouts/slideLayout82.xml"/><Relationship Id="rId47" Type="http://schemas.openxmlformats.org/officeDocument/2006/relationships/slideLayout" Target="../slideLayouts/slideLayout87.xml"/><Relationship Id="rId63" Type="http://schemas.openxmlformats.org/officeDocument/2006/relationships/slideLayout" Target="../slideLayouts/slideLayout103.xml"/><Relationship Id="rId68" Type="http://schemas.openxmlformats.org/officeDocument/2006/relationships/slideLayout" Target="../slideLayouts/slideLayout108.xml"/><Relationship Id="rId84" Type="http://schemas.openxmlformats.org/officeDocument/2006/relationships/slideLayout" Target="../slideLayouts/slideLayout124.xml"/><Relationship Id="rId89" Type="http://schemas.openxmlformats.org/officeDocument/2006/relationships/slideLayout" Target="../slideLayouts/slideLayout129.xml"/><Relationship Id="rId112" Type="http://schemas.openxmlformats.org/officeDocument/2006/relationships/slideLayout" Target="../slideLayouts/slideLayout152.xml"/><Relationship Id="rId16" Type="http://schemas.openxmlformats.org/officeDocument/2006/relationships/slideLayout" Target="../slideLayouts/slideLayout56.xml"/><Relationship Id="rId107" Type="http://schemas.openxmlformats.org/officeDocument/2006/relationships/slideLayout" Target="../slideLayouts/slideLayout147.xml"/><Relationship Id="rId11" Type="http://schemas.openxmlformats.org/officeDocument/2006/relationships/slideLayout" Target="../slideLayouts/slideLayout51.xml"/><Relationship Id="rId32" Type="http://schemas.openxmlformats.org/officeDocument/2006/relationships/slideLayout" Target="../slideLayouts/slideLayout72.xml"/><Relationship Id="rId37" Type="http://schemas.openxmlformats.org/officeDocument/2006/relationships/slideLayout" Target="../slideLayouts/slideLayout77.xml"/><Relationship Id="rId53" Type="http://schemas.openxmlformats.org/officeDocument/2006/relationships/slideLayout" Target="../slideLayouts/slideLayout93.xml"/><Relationship Id="rId58" Type="http://schemas.openxmlformats.org/officeDocument/2006/relationships/slideLayout" Target="../slideLayouts/slideLayout98.xml"/><Relationship Id="rId74" Type="http://schemas.openxmlformats.org/officeDocument/2006/relationships/slideLayout" Target="../slideLayouts/slideLayout114.xml"/><Relationship Id="rId79" Type="http://schemas.openxmlformats.org/officeDocument/2006/relationships/slideLayout" Target="../slideLayouts/slideLayout119.xml"/><Relationship Id="rId102" Type="http://schemas.openxmlformats.org/officeDocument/2006/relationships/slideLayout" Target="../slideLayouts/slideLayout142.xml"/><Relationship Id="rId5" Type="http://schemas.openxmlformats.org/officeDocument/2006/relationships/slideLayout" Target="../slideLayouts/slideLayout45.xml"/><Relationship Id="rId90" Type="http://schemas.openxmlformats.org/officeDocument/2006/relationships/slideLayout" Target="../slideLayouts/slideLayout130.xml"/><Relationship Id="rId95" Type="http://schemas.openxmlformats.org/officeDocument/2006/relationships/slideLayout" Target="../slideLayouts/slideLayout135.xml"/><Relationship Id="rId22" Type="http://schemas.openxmlformats.org/officeDocument/2006/relationships/slideLayout" Target="../slideLayouts/slideLayout62.xml"/><Relationship Id="rId27" Type="http://schemas.openxmlformats.org/officeDocument/2006/relationships/slideLayout" Target="../slideLayouts/slideLayout67.xml"/><Relationship Id="rId43" Type="http://schemas.openxmlformats.org/officeDocument/2006/relationships/slideLayout" Target="../slideLayouts/slideLayout83.xml"/><Relationship Id="rId48" Type="http://schemas.openxmlformats.org/officeDocument/2006/relationships/slideLayout" Target="../slideLayouts/slideLayout88.xml"/><Relationship Id="rId64" Type="http://schemas.openxmlformats.org/officeDocument/2006/relationships/slideLayout" Target="../slideLayouts/slideLayout104.xml"/><Relationship Id="rId69" Type="http://schemas.openxmlformats.org/officeDocument/2006/relationships/slideLayout" Target="../slideLayouts/slideLayout109.xml"/><Relationship Id="rId113" Type="http://schemas.openxmlformats.org/officeDocument/2006/relationships/slideLayout" Target="../slideLayouts/slideLayout153.xml"/><Relationship Id="rId80" Type="http://schemas.openxmlformats.org/officeDocument/2006/relationships/slideLayout" Target="../slideLayouts/slideLayout120.xml"/><Relationship Id="rId85" Type="http://schemas.openxmlformats.org/officeDocument/2006/relationships/slideLayout" Target="../slideLayouts/slideLayout125.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33" Type="http://schemas.openxmlformats.org/officeDocument/2006/relationships/slideLayout" Target="../slideLayouts/slideLayout73.xml"/><Relationship Id="rId38" Type="http://schemas.openxmlformats.org/officeDocument/2006/relationships/slideLayout" Target="../slideLayouts/slideLayout78.xml"/><Relationship Id="rId59" Type="http://schemas.openxmlformats.org/officeDocument/2006/relationships/slideLayout" Target="../slideLayouts/slideLayout99.xml"/><Relationship Id="rId103" Type="http://schemas.openxmlformats.org/officeDocument/2006/relationships/slideLayout" Target="../slideLayouts/slideLayout143.xml"/><Relationship Id="rId108" Type="http://schemas.openxmlformats.org/officeDocument/2006/relationships/slideLayout" Target="../slideLayouts/slideLayout148.xml"/><Relationship Id="rId54" Type="http://schemas.openxmlformats.org/officeDocument/2006/relationships/slideLayout" Target="../slideLayouts/slideLayout94.xml"/><Relationship Id="rId70" Type="http://schemas.openxmlformats.org/officeDocument/2006/relationships/slideLayout" Target="../slideLayouts/slideLayout110.xml"/><Relationship Id="rId75" Type="http://schemas.openxmlformats.org/officeDocument/2006/relationships/slideLayout" Target="../slideLayouts/slideLayout115.xml"/><Relationship Id="rId91" Type="http://schemas.openxmlformats.org/officeDocument/2006/relationships/slideLayout" Target="../slideLayouts/slideLayout131.xml"/><Relationship Id="rId96" Type="http://schemas.openxmlformats.org/officeDocument/2006/relationships/slideLayout" Target="../slideLayouts/slideLayout136.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5" Type="http://schemas.openxmlformats.org/officeDocument/2006/relationships/slideLayout" Target="../slideLayouts/slideLayout55.xml"/><Relationship Id="rId23" Type="http://schemas.openxmlformats.org/officeDocument/2006/relationships/slideLayout" Target="../slideLayouts/slideLayout63.xml"/><Relationship Id="rId28" Type="http://schemas.openxmlformats.org/officeDocument/2006/relationships/slideLayout" Target="../slideLayouts/slideLayout68.xml"/><Relationship Id="rId36" Type="http://schemas.openxmlformats.org/officeDocument/2006/relationships/slideLayout" Target="../slideLayouts/slideLayout76.xml"/><Relationship Id="rId49" Type="http://schemas.openxmlformats.org/officeDocument/2006/relationships/slideLayout" Target="../slideLayouts/slideLayout89.xml"/><Relationship Id="rId57" Type="http://schemas.openxmlformats.org/officeDocument/2006/relationships/slideLayout" Target="../slideLayouts/slideLayout97.xml"/><Relationship Id="rId106" Type="http://schemas.openxmlformats.org/officeDocument/2006/relationships/slideLayout" Target="../slideLayouts/slideLayout146.xml"/><Relationship Id="rId114" Type="http://schemas.openxmlformats.org/officeDocument/2006/relationships/theme" Target="../theme/theme3.xml"/><Relationship Id="rId10" Type="http://schemas.openxmlformats.org/officeDocument/2006/relationships/slideLayout" Target="../slideLayouts/slideLayout50.xml"/><Relationship Id="rId31" Type="http://schemas.openxmlformats.org/officeDocument/2006/relationships/slideLayout" Target="../slideLayouts/slideLayout71.xml"/><Relationship Id="rId44" Type="http://schemas.openxmlformats.org/officeDocument/2006/relationships/slideLayout" Target="../slideLayouts/slideLayout84.xml"/><Relationship Id="rId52" Type="http://schemas.openxmlformats.org/officeDocument/2006/relationships/slideLayout" Target="../slideLayouts/slideLayout92.xml"/><Relationship Id="rId60" Type="http://schemas.openxmlformats.org/officeDocument/2006/relationships/slideLayout" Target="../slideLayouts/slideLayout100.xml"/><Relationship Id="rId65" Type="http://schemas.openxmlformats.org/officeDocument/2006/relationships/slideLayout" Target="../slideLayouts/slideLayout105.xml"/><Relationship Id="rId73" Type="http://schemas.openxmlformats.org/officeDocument/2006/relationships/slideLayout" Target="../slideLayouts/slideLayout113.xml"/><Relationship Id="rId78" Type="http://schemas.openxmlformats.org/officeDocument/2006/relationships/slideLayout" Target="../slideLayouts/slideLayout118.xml"/><Relationship Id="rId81" Type="http://schemas.openxmlformats.org/officeDocument/2006/relationships/slideLayout" Target="../slideLayouts/slideLayout121.xml"/><Relationship Id="rId86" Type="http://schemas.openxmlformats.org/officeDocument/2006/relationships/slideLayout" Target="../slideLayouts/slideLayout126.xml"/><Relationship Id="rId94" Type="http://schemas.openxmlformats.org/officeDocument/2006/relationships/slideLayout" Target="../slideLayouts/slideLayout134.xml"/><Relationship Id="rId99" Type="http://schemas.openxmlformats.org/officeDocument/2006/relationships/slideLayout" Target="../slideLayouts/slideLayout139.xml"/><Relationship Id="rId101" Type="http://schemas.openxmlformats.org/officeDocument/2006/relationships/slideLayout" Target="../slideLayouts/slideLayout141.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9" Type="http://schemas.openxmlformats.org/officeDocument/2006/relationships/slideLayout" Target="../slideLayouts/slideLayout79.xml"/><Relationship Id="rId109" Type="http://schemas.openxmlformats.org/officeDocument/2006/relationships/slideLayout" Target="../slideLayouts/slideLayout149.xml"/><Relationship Id="rId34" Type="http://schemas.openxmlformats.org/officeDocument/2006/relationships/slideLayout" Target="../slideLayouts/slideLayout74.xml"/><Relationship Id="rId50" Type="http://schemas.openxmlformats.org/officeDocument/2006/relationships/slideLayout" Target="../slideLayouts/slideLayout90.xml"/><Relationship Id="rId55" Type="http://schemas.openxmlformats.org/officeDocument/2006/relationships/slideLayout" Target="../slideLayouts/slideLayout95.xml"/><Relationship Id="rId76" Type="http://schemas.openxmlformats.org/officeDocument/2006/relationships/slideLayout" Target="../slideLayouts/slideLayout116.xml"/><Relationship Id="rId97" Type="http://schemas.openxmlformats.org/officeDocument/2006/relationships/slideLayout" Target="../slideLayouts/slideLayout137.xml"/><Relationship Id="rId104" Type="http://schemas.openxmlformats.org/officeDocument/2006/relationships/slideLayout" Target="../slideLayouts/slideLayout144.xml"/><Relationship Id="rId7" Type="http://schemas.openxmlformats.org/officeDocument/2006/relationships/slideLayout" Target="../slideLayouts/slideLayout47.xml"/><Relationship Id="rId71" Type="http://schemas.openxmlformats.org/officeDocument/2006/relationships/slideLayout" Target="../slideLayouts/slideLayout111.xml"/><Relationship Id="rId92" Type="http://schemas.openxmlformats.org/officeDocument/2006/relationships/slideLayout" Target="../slideLayouts/slideLayout132.xml"/><Relationship Id="rId2" Type="http://schemas.openxmlformats.org/officeDocument/2006/relationships/slideLayout" Target="../slideLayouts/slideLayout42.xml"/><Relationship Id="rId29" Type="http://schemas.openxmlformats.org/officeDocument/2006/relationships/slideLayout" Target="../slideLayouts/slideLayout69.xml"/><Relationship Id="rId24" Type="http://schemas.openxmlformats.org/officeDocument/2006/relationships/slideLayout" Target="../slideLayouts/slideLayout64.xml"/><Relationship Id="rId40" Type="http://schemas.openxmlformats.org/officeDocument/2006/relationships/slideLayout" Target="../slideLayouts/slideLayout80.xml"/><Relationship Id="rId45" Type="http://schemas.openxmlformats.org/officeDocument/2006/relationships/slideLayout" Target="../slideLayouts/slideLayout85.xml"/><Relationship Id="rId66" Type="http://schemas.openxmlformats.org/officeDocument/2006/relationships/slideLayout" Target="../slideLayouts/slideLayout106.xml"/><Relationship Id="rId87" Type="http://schemas.openxmlformats.org/officeDocument/2006/relationships/slideLayout" Target="../slideLayouts/slideLayout127.xml"/><Relationship Id="rId110" Type="http://schemas.openxmlformats.org/officeDocument/2006/relationships/slideLayout" Target="../slideLayouts/slideLayout150.xml"/><Relationship Id="rId115" Type="http://schemas.openxmlformats.org/officeDocument/2006/relationships/image" Target="../media/image1.emf"/><Relationship Id="rId61" Type="http://schemas.openxmlformats.org/officeDocument/2006/relationships/slideLayout" Target="../slideLayouts/slideLayout101.xml"/><Relationship Id="rId82" Type="http://schemas.openxmlformats.org/officeDocument/2006/relationships/slideLayout" Target="../slideLayouts/slideLayout122.xml"/><Relationship Id="rId19" Type="http://schemas.openxmlformats.org/officeDocument/2006/relationships/slideLayout" Target="../slideLayouts/slideLayout59.xml"/><Relationship Id="rId14" Type="http://schemas.openxmlformats.org/officeDocument/2006/relationships/slideLayout" Target="../slideLayouts/slideLayout54.xml"/><Relationship Id="rId30" Type="http://schemas.openxmlformats.org/officeDocument/2006/relationships/slideLayout" Target="../slideLayouts/slideLayout70.xml"/><Relationship Id="rId35" Type="http://schemas.openxmlformats.org/officeDocument/2006/relationships/slideLayout" Target="../slideLayouts/slideLayout75.xml"/><Relationship Id="rId56" Type="http://schemas.openxmlformats.org/officeDocument/2006/relationships/slideLayout" Target="../slideLayouts/slideLayout96.xml"/><Relationship Id="rId77" Type="http://schemas.openxmlformats.org/officeDocument/2006/relationships/slideLayout" Target="../slideLayouts/slideLayout117.xml"/><Relationship Id="rId100" Type="http://schemas.openxmlformats.org/officeDocument/2006/relationships/slideLayout" Target="../slideLayouts/slideLayout140.xml"/><Relationship Id="rId105" Type="http://schemas.openxmlformats.org/officeDocument/2006/relationships/slideLayout" Target="../slideLayouts/slideLayout145.xml"/><Relationship Id="rId8" Type="http://schemas.openxmlformats.org/officeDocument/2006/relationships/slideLayout" Target="../slideLayouts/slideLayout48.xml"/><Relationship Id="rId51" Type="http://schemas.openxmlformats.org/officeDocument/2006/relationships/slideLayout" Target="../slideLayouts/slideLayout91.xml"/><Relationship Id="rId72" Type="http://schemas.openxmlformats.org/officeDocument/2006/relationships/slideLayout" Target="../slideLayouts/slideLayout112.xml"/><Relationship Id="rId93" Type="http://schemas.openxmlformats.org/officeDocument/2006/relationships/slideLayout" Target="../slideLayouts/slideLayout133.xml"/><Relationship Id="rId98" Type="http://schemas.openxmlformats.org/officeDocument/2006/relationships/slideLayout" Target="../slideLayouts/slideLayout138.xml"/><Relationship Id="rId3" Type="http://schemas.openxmlformats.org/officeDocument/2006/relationships/slideLayout" Target="../slideLayouts/slideLayout43.xml"/><Relationship Id="rId25" Type="http://schemas.openxmlformats.org/officeDocument/2006/relationships/slideLayout" Target="../slideLayouts/slideLayout65.xml"/><Relationship Id="rId46" Type="http://schemas.openxmlformats.org/officeDocument/2006/relationships/slideLayout" Target="../slideLayouts/slideLayout86.xml"/><Relationship Id="rId67" Type="http://schemas.openxmlformats.org/officeDocument/2006/relationships/slideLayout" Target="../slideLayouts/slideLayout107.xml"/><Relationship Id="rId20" Type="http://schemas.openxmlformats.org/officeDocument/2006/relationships/slideLayout" Target="../slideLayouts/slideLayout60.xml"/><Relationship Id="rId41" Type="http://schemas.openxmlformats.org/officeDocument/2006/relationships/slideLayout" Target="../slideLayouts/slideLayout81.xml"/><Relationship Id="rId62" Type="http://schemas.openxmlformats.org/officeDocument/2006/relationships/slideLayout" Target="../slideLayouts/slideLayout102.xml"/><Relationship Id="rId83" Type="http://schemas.openxmlformats.org/officeDocument/2006/relationships/slideLayout" Target="../slideLayouts/slideLayout123.xml"/><Relationship Id="rId88" Type="http://schemas.openxmlformats.org/officeDocument/2006/relationships/slideLayout" Target="../slideLayouts/slideLayout128.xml"/><Relationship Id="rId111" Type="http://schemas.openxmlformats.org/officeDocument/2006/relationships/slideLayout" Target="../slideLayouts/slideLayout1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36"/>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80" r:id="rId1"/>
    <p:sldLayoutId id="2147484609" r:id="rId2"/>
    <p:sldLayoutId id="2147484577" r:id="rId3"/>
    <p:sldLayoutId id="2147484610" r:id="rId4"/>
    <p:sldLayoutId id="2147484710" r:id="rId5"/>
    <p:sldLayoutId id="2147484240" r:id="rId6"/>
    <p:sldLayoutId id="2147484910" r:id="rId7"/>
    <p:sldLayoutId id="2147484911" r:id="rId8"/>
    <p:sldLayoutId id="2147484639" r:id="rId9"/>
    <p:sldLayoutId id="2147484603" r:id="rId10"/>
    <p:sldLayoutId id="2147484833" r:id="rId11"/>
    <p:sldLayoutId id="2147484834" r:id="rId12"/>
    <p:sldLayoutId id="2147484835" r:id="rId13"/>
    <p:sldLayoutId id="2147484922" r:id="rId14"/>
    <p:sldLayoutId id="2147484923" r:id="rId15"/>
    <p:sldLayoutId id="2147484924" r:id="rId16"/>
    <p:sldLayoutId id="2147484839" r:id="rId17"/>
    <p:sldLayoutId id="2147484840" r:id="rId18"/>
    <p:sldLayoutId id="2147484841" r:id="rId19"/>
    <p:sldLayoutId id="2147484842" r:id="rId20"/>
    <p:sldLayoutId id="2147484843" r:id="rId21"/>
    <p:sldLayoutId id="2147484931" r:id="rId22"/>
    <p:sldLayoutId id="2147484787" r:id="rId23"/>
    <p:sldLayoutId id="2147484249" r:id="rId24"/>
    <p:sldLayoutId id="2147484640" r:id="rId25"/>
    <p:sldLayoutId id="2147484584" r:id="rId26"/>
    <p:sldLayoutId id="2147484583" r:id="rId27"/>
    <p:sldLayoutId id="2147484671" r:id="rId28"/>
    <p:sldLayoutId id="2147484673" r:id="rId29"/>
    <p:sldLayoutId id="2147484585" r:id="rId30"/>
    <p:sldLayoutId id="2147484299" r:id="rId31"/>
    <p:sldLayoutId id="2147484263" r:id="rId32"/>
    <p:sldLayoutId id="2147484932" r:id="rId33"/>
    <p:sldLayoutId id="2147489038" r:id="rId3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9" name="NEW Brand Colors 2018">
            <a:extLst>
              <a:ext uri="{FF2B5EF4-FFF2-40B4-BE49-F238E27FC236}">
                <a16:creationId xmlns:a16="http://schemas.microsoft.com/office/drawing/2014/main" id="{9D5783B5-1069-4509-929A-C02C0B0887F7}"/>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rot="5400000">
            <a:off x="9288988" y="2942644"/>
            <a:ext cx="6858000" cy="972712"/>
          </a:xfrm>
          <a:prstGeom prst="rect">
            <a:avLst/>
          </a:prstGeom>
        </p:spPr>
      </p:pic>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9006" r:id="rId1"/>
    <p:sldLayoutId id="2147484247" r:id="rId2"/>
    <p:sldLayoutId id="2147484256" r:id="rId3"/>
    <p:sldLayoutId id="2147484257" r:id="rId4"/>
    <p:sldLayoutId id="2147489002" r:id="rId5"/>
    <p:sldLayoutId id="2147489003" r:id="rId6"/>
  </p:sldLayoutIdLst>
  <p:transition>
    <p:fade/>
  </p:transition>
  <p:hf sldNum="0" hdr="0" ftr="0" dt="0"/>
  <p:txStyles>
    <p:titleStyle>
      <a:lvl1pPr algn="l" defTabSz="932742"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15"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9008" r:id="rId1"/>
    <p:sldLayoutId id="2147489009" r:id="rId2"/>
    <p:sldLayoutId id="2147489010" r:id="rId3"/>
    <p:sldLayoutId id="2147485286" r:id="rId4"/>
    <p:sldLayoutId id="2147485390" r:id="rId5"/>
    <p:sldLayoutId id="2147489011" r:id="rId6"/>
    <p:sldLayoutId id="2147485389" r:id="rId7"/>
    <p:sldLayoutId id="2147485395" r:id="rId8"/>
    <p:sldLayoutId id="2147485396" r:id="rId9"/>
    <p:sldLayoutId id="2147489012" r:id="rId10"/>
    <p:sldLayoutId id="2147489013" r:id="rId11"/>
    <p:sldLayoutId id="2147489014" r:id="rId12"/>
    <p:sldLayoutId id="2147489015" r:id="rId13"/>
    <p:sldLayoutId id="2147485050" r:id="rId14"/>
    <p:sldLayoutId id="2147485165" r:id="rId15"/>
    <p:sldLayoutId id="2147484941" r:id="rId16"/>
    <p:sldLayoutId id="2147484942" r:id="rId17"/>
    <p:sldLayoutId id="2147485162" r:id="rId18"/>
    <p:sldLayoutId id="2147489016" r:id="rId19"/>
    <p:sldLayoutId id="2147484943" r:id="rId20"/>
    <p:sldLayoutId id="2147489017" r:id="rId21"/>
    <p:sldLayoutId id="2147485324" r:id="rId22"/>
    <p:sldLayoutId id="2147485326" r:id="rId23"/>
    <p:sldLayoutId id="2147485327" r:id="rId24"/>
    <p:sldLayoutId id="2147485328" r:id="rId25"/>
    <p:sldLayoutId id="2147485329" r:id="rId26"/>
    <p:sldLayoutId id="2147485330" r:id="rId27"/>
    <p:sldLayoutId id="2147485325" r:id="rId28"/>
    <p:sldLayoutId id="2147485331" r:id="rId29"/>
    <p:sldLayoutId id="2147485332" r:id="rId30"/>
    <p:sldLayoutId id="2147485366" r:id="rId31"/>
    <p:sldLayoutId id="2147485333" r:id="rId32"/>
    <p:sldLayoutId id="2147485334" r:id="rId33"/>
    <p:sldLayoutId id="2147485394" r:id="rId34"/>
    <p:sldLayoutId id="2147485340" r:id="rId35"/>
    <p:sldLayoutId id="2147485346" r:id="rId36"/>
    <p:sldLayoutId id="2147485349" r:id="rId37"/>
    <p:sldLayoutId id="2147485351" r:id="rId38"/>
    <p:sldLayoutId id="2147485369" r:id="rId39"/>
    <p:sldLayoutId id="2147485363" r:id="rId40"/>
    <p:sldLayoutId id="2147485370" r:id="rId41"/>
    <p:sldLayoutId id="2147489018" r:id="rId42"/>
    <p:sldLayoutId id="2147489019" r:id="rId43"/>
    <p:sldLayoutId id="2147489020" r:id="rId44"/>
    <p:sldLayoutId id="2147485385" r:id="rId45"/>
    <p:sldLayoutId id="2147485387" r:id="rId46"/>
    <p:sldLayoutId id="2147485382" r:id="rId47"/>
    <p:sldLayoutId id="2147489021" r:id="rId48"/>
    <p:sldLayoutId id="2147489022" r:id="rId49"/>
    <p:sldLayoutId id="2147485287" r:id="rId50"/>
    <p:sldLayoutId id="2147489023" r:id="rId51"/>
    <p:sldLayoutId id="2147489024" r:id="rId52"/>
    <p:sldLayoutId id="2147489025" r:id="rId53"/>
    <p:sldLayoutId id="2147485383" r:id="rId54"/>
    <p:sldLayoutId id="2147489026" r:id="rId55"/>
    <p:sldLayoutId id="2147489027" r:id="rId56"/>
    <p:sldLayoutId id="2147489028" r:id="rId57"/>
    <p:sldLayoutId id="2147484938" r:id="rId58"/>
    <p:sldLayoutId id="2147484939" r:id="rId59"/>
    <p:sldLayoutId id="2147484940" r:id="rId60"/>
    <p:sldLayoutId id="2147485161" r:id="rId61"/>
    <p:sldLayoutId id="2147485152" r:id="rId62"/>
    <p:sldLayoutId id="2147485153" r:id="rId63"/>
    <p:sldLayoutId id="2147485154" r:id="rId64"/>
    <p:sldLayoutId id="2147485379" r:id="rId65"/>
    <p:sldLayoutId id="2147485380" r:id="rId66"/>
    <p:sldLayoutId id="2147485381" r:id="rId67"/>
    <p:sldLayoutId id="2147484944" r:id="rId68"/>
    <p:sldLayoutId id="2147484945" r:id="rId69"/>
    <p:sldLayoutId id="2147485372" r:id="rId70"/>
    <p:sldLayoutId id="2147485373" r:id="rId71"/>
    <p:sldLayoutId id="2147485388" r:id="rId72"/>
    <p:sldLayoutId id="2147485296" r:id="rId73"/>
    <p:sldLayoutId id="2147485392" r:id="rId74"/>
    <p:sldLayoutId id="2147485393" r:id="rId75"/>
    <p:sldLayoutId id="2147485368" r:id="rId76"/>
    <p:sldLayoutId id="2147485367" r:id="rId77"/>
    <p:sldLayoutId id="2147485292" r:id="rId78"/>
    <p:sldLayoutId id="2147485294" r:id="rId79"/>
    <p:sldLayoutId id="2147485338" r:id="rId80"/>
    <p:sldLayoutId id="2147485339" r:id="rId81"/>
    <p:sldLayoutId id="2147485360" r:id="rId82"/>
    <p:sldLayoutId id="2147485364" r:id="rId83"/>
    <p:sldLayoutId id="2147485365" r:id="rId84"/>
    <p:sldLayoutId id="2147485352" r:id="rId85"/>
    <p:sldLayoutId id="2147485353" r:id="rId86"/>
    <p:sldLayoutId id="2147485354" r:id="rId87"/>
    <p:sldLayoutId id="2147485355" r:id="rId88"/>
    <p:sldLayoutId id="2147485356" r:id="rId89"/>
    <p:sldLayoutId id="2147485374" r:id="rId90"/>
    <p:sldLayoutId id="2147485375" r:id="rId91"/>
    <p:sldLayoutId id="2147485376" r:id="rId92"/>
    <p:sldLayoutId id="2147485377" r:id="rId93"/>
    <p:sldLayoutId id="2147485378" r:id="rId94"/>
    <p:sldLayoutId id="2147485137" r:id="rId95"/>
    <p:sldLayoutId id="2147485138" r:id="rId96"/>
    <p:sldLayoutId id="2147485139" r:id="rId97"/>
    <p:sldLayoutId id="2147485140" r:id="rId98"/>
    <p:sldLayoutId id="2147485141" r:id="rId99"/>
    <p:sldLayoutId id="2147485142" r:id="rId100"/>
    <p:sldLayoutId id="2147489029" r:id="rId101"/>
    <p:sldLayoutId id="2147489030" r:id="rId102"/>
    <p:sldLayoutId id="2147485288" r:id="rId103"/>
    <p:sldLayoutId id="2147485290" r:id="rId104"/>
    <p:sldLayoutId id="2147485289" r:id="rId105"/>
    <p:sldLayoutId id="2147485291" r:id="rId106"/>
    <p:sldLayoutId id="2147489031" r:id="rId107"/>
    <p:sldLayoutId id="2147489032" r:id="rId108"/>
    <p:sldLayoutId id="2147489033" r:id="rId109"/>
    <p:sldLayoutId id="2147489034" r:id="rId110"/>
    <p:sldLayoutId id="2147485391" r:id="rId111"/>
    <p:sldLayoutId id="2147489035" r:id="rId112"/>
    <p:sldLayoutId id="2147489036" r:id="rId11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svg"/><Relationship Id="rId18" Type="http://schemas.openxmlformats.org/officeDocument/2006/relationships/image" Target="../media/image47.sv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svg"/><Relationship Id="rId7" Type="http://schemas.openxmlformats.org/officeDocument/2006/relationships/image" Target="../media/image36.svg"/><Relationship Id="rId12" Type="http://schemas.openxmlformats.org/officeDocument/2006/relationships/image" Target="../media/image41.sv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1.xml"/><Relationship Id="rId16" Type="http://schemas.openxmlformats.org/officeDocument/2006/relationships/image" Target="../media/image45.svg"/><Relationship Id="rId20" Type="http://schemas.openxmlformats.org/officeDocument/2006/relationships/image" Target="../media/image49.svg"/><Relationship Id="rId29" Type="http://schemas.openxmlformats.org/officeDocument/2006/relationships/image" Target="../media/image58.png"/><Relationship Id="rId1" Type="http://schemas.openxmlformats.org/officeDocument/2006/relationships/slideLayout" Target="../slideLayouts/slideLayout34.xml"/><Relationship Id="rId6" Type="http://schemas.openxmlformats.org/officeDocument/2006/relationships/image" Target="../media/image35.svg"/><Relationship Id="rId11" Type="http://schemas.openxmlformats.org/officeDocument/2006/relationships/image" Target="../media/image40.svg"/><Relationship Id="rId24" Type="http://schemas.openxmlformats.org/officeDocument/2006/relationships/image" Target="../media/image53.svg"/><Relationship Id="rId5" Type="http://schemas.openxmlformats.org/officeDocument/2006/relationships/image" Target="../media/image34.png"/><Relationship Id="rId15" Type="http://schemas.openxmlformats.org/officeDocument/2006/relationships/image" Target="../media/image44.svg"/><Relationship Id="rId23" Type="http://schemas.openxmlformats.org/officeDocument/2006/relationships/image" Target="../media/image52.svg"/><Relationship Id="rId28" Type="http://schemas.openxmlformats.org/officeDocument/2006/relationships/image" Target="../media/image57.png"/><Relationship Id="rId10" Type="http://schemas.openxmlformats.org/officeDocument/2006/relationships/image" Target="../media/image39.svg"/><Relationship Id="rId19" Type="http://schemas.openxmlformats.org/officeDocument/2006/relationships/image" Target="../media/image48.svg"/><Relationship Id="rId31" Type="http://schemas.openxmlformats.org/officeDocument/2006/relationships/image" Target="../media/image60.png"/><Relationship Id="rId4" Type="http://schemas.openxmlformats.org/officeDocument/2006/relationships/image" Target="../media/image33.svg"/><Relationship Id="rId9" Type="http://schemas.openxmlformats.org/officeDocument/2006/relationships/image" Target="../media/image38.png"/><Relationship Id="rId14" Type="http://schemas.openxmlformats.org/officeDocument/2006/relationships/image" Target="../media/image43.svg"/><Relationship Id="rId22" Type="http://schemas.openxmlformats.org/officeDocument/2006/relationships/image" Target="../media/image51.svg"/><Relationship Id="rId27" Type="http://schemas.openxmlformats.org/officeDocument/2006/relationships/image" Target="../media/image56.svg"/><Relationship Id="rId30" Type="http://schemas.openxmlformats.org/officeDocument/2006/relationships/image" Target="../media/image59.svg"/></Relationships>
</file>

<file path=ppt/slides/_rels/slide2.xml.rels><?xml version="1.0" encoding="UTF-8" standalone="yes"?>
<Relationships xmlns="http://schemas.openxmlformats.org/package/2006/relationships"><Relationship Id="rId13" Type="http://schemas.openxmlformats.org/officeDocument/2006/relationships/image" Target="../media/image42.svg"/><Relationship Id="rId18" Type="http://schemas.openxmlformats.org/officeDocument/2006/relationships/image" Target="../media/image47.sv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svg"/><Relationship Id="rId34" Type="http://schemas.openxmlformats.org/officeDocument/2006/relationships/image" Target="../media/image60.png"/><Relationship Id="rId7" Type="http://schemas.openxmlformats.org/officeDocument/2006/relationships/image" Target="../media/image36.svg"/><Relationship Id="rId12" Type="http://schemas.openxmlformats.org/officeDocument/2006/relationships/image" Target="../media/image41.svg"/><Relationship Id="rId17" Type="http://schemas.openxmlformats.org/officeDocument/2006/relationships/image" Target="../media/image46.png"/><Relationship Id="rId25" Type="http://schemas.openxmlformats.org/officeDocument/2006/relationships/image" Target="../media/image54.png"/><Relationship Id="rId33" Type="http://schemas.openxmlformats.org/officeDocument/2006/relationships/image" Target="../media/image65.svg"/><Relationship Id="rId2" Type="http://schemas.openxmlformats.org/officeDocument/2006/relationships/notesSlide" Target="../notesSlides/notesSlide2.xml"/><Relationship Id="rId16" Type="http://schemas.openxmlformats.org/officeDocument/2006/relationships/image" Target="../media/image45.svg"/><Relationship Id="rId20" Type="http://schemas.openxmlformats.org/officeDocument/2006/relationships/image" Target="../media/image49.svg"/><Relationship Id="rId29" Type="http://schemas.openxmlformats.org/officeDocument/2006/relationships/image" Target="../media/image61.png"/><Relationship Id="rId1" Type="http://schemas.openxmlformats.org/officeDocument/2006/relationships/slideLayout" Target="../slideLayouts/slideLayout34.xml"/><Relationship Id="rId6" Type="http://schemas.openxmlformats.org/officeDocument/2006/relationships/image" Target="../media/image35.svg"/><Relationship Id="rId11" Type="http://schemas.openxmlformats.org/officeDocument/2006/relationships/image" Target="../media/image40.svg"/><Relationship Id="rId24" Type="http://schemas.openxmlformats.org/officeDocument/2006/relationships/image" Target="../media/image53.svg"/><Relationship Id="rId32" Type="http://schemas.openxmlformats.org/officeDocument/2006/relationships/image" Target="../media/image64.svg"/><Relationship Id="rId5" Type="http://schemas.openxmlformats.org/officeDocument/2006/relationships/image" Target="../media/image34.png"/><Relationship Id="rId15" Type="http://schemas.openxmlformats.org/officeDocument/2006/relationships/image" Target="../media/image44.svg"/><Relationship Id="rId23" Type="http://schemas.openxmlformats.org/officeDocument/2006/relationships/image" Target="../media/image52.svg"/><Relationship Id="rId28" Type="http://schemas.openxmlformats.org/officeDocument/2006/relationships/image" Target="../media/image59.svg"/><Relationship Id="rId10" Type="http://schemas.openxmlformats.org/officeDocument/2006/relationships/image" Target="../media/image39.svg"/><Relationship Id="rId19" Type="http://schemas.openxmlformats.org/officeDocument/2006/relationships/image" Target="../media/image48.svg"/><Relationship Id="rId31" Type="http://schemas.openxmlformats.org/officeDocument/2006/relationships/image" Target="../media/image63.svg"/><Relationship Id="rId4" Type="http://schemas.openxmlformats.org/officeDocument/2006/relationships/image" Target="../media/image33.svg"/><Relationship Id="rId9" Type="http://schemas.openxmlformats.org/officeDocument/2006/relationships/image" Target="../media/image38.png"/><Relationship Id="rId14" Type="http://schemas.openxmlformats.org/officeDocument/2006/relationships/image" Target="../media/image43.svg"/><Relationship Id="rId22" Type="http://schemas.openxmlformats.org/officeDocument/2006/relationships/image" Target="../media/image51.svg"/><Relationship Id="rId27" Type="http://schemas.openxmlformats.org/officeDocument/2006/relationships/image" Target="../media/image56.svg"/><Relationship Id="rId30" Type="http://schemas.openxmlformats.org/officeDocument/2006/relationships/image" Target="../media/image62.svg"/><Relationship Id="rId35" Type="http://schemas.openxmlformats.org/officeDocument/2006/relationships/image" Target="../media/image66.png"/><Relationship Id="rId8"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5DF42-FBBA-5C6E-58BC-3BE64F74C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614ED1-4639-21AC-9EEE-CB1BCFA153EB}"/>
              </a:ext>
            </a:extLst>
          </p:cNvPr>
          <p:cNvSpPr>
            <a:spLocks noGrp="1"/>
          </p:cNvSpPr>
          <p:nvPr>
            <p:ph type="title"/>
          </p:nvPr>
        </p:nvSpPr>
        <p:spPr>
          <a:xfrm>
            <a:off x="381000" y="457200"/>
            <a:ext cx="11430000" cy="553998"/>
          </a:xfrm>
        </p:spPr>
        <p:txBody>
          <a:bodyPr/>
          <a:lstStyle/>
          <a:p>
            <a:r>
              <a:rPr lang="en-US" dirty="0">
                <a:cs typeface="Segoe UI"/>
              </a:rPr>
              <a:t>Public deployment</a:t>
            </a:r>
            <a:endParaRPr lang="en-US" dirty="0"/>
          </a:p>
        </p:txBody>
      </p:sp>
      <p:sp>
        <p:nvSpPr>
          <p:cNvPr id="237" name="Rectangle 236">
            <a:extLst>
              <a:ext uri="{FF2B5EF4-FFF2-40B4-BE49-F238E27FC236}">
                <a16:creationId xmlns:a16="http://schemas.microsoft.com/office/drawing/2014/main" id="{12A024C7-03CF-D3DF-95B0-D07FD83BCF8F}"/>
              </a:ext>
            </a:extLst>
          </p:cNvPr>
          <p:cNvSpPr/>
          <p:nvPr/>
        </p:nvSpPr>
        <p:spPr>
          <a:xfrm>
            <a:off x="2288779" y="1304746"/>
            <a:ext cx="9766878" cy="4013764"/>
          </a:xfrm>
          <a:prstGeom prst="rect">
            <a:avLst/>
          </a:prstGeom>
          <a:noFill/>
          <a:ln>
            <a:solidFill>
              <a:srgbClr val="7030A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grpSp>
        <p:nvGrpSpPr>
          <p:cNvPr id="238" name="Group 237">
            <a:extLst>
              <a:ext uri="{FF2B5EF4-FFF2-40B4-BE49-F238E27FC236}">
                <a16:creationId xmlns:a16="http://schemas.microsoft.com/office/drawing/2014/main" id="{508396B7-6578-F9B0-E37A-AE2DD58CE8AC}"/>
              </a:ext>
            </a:extLst>
          </p:cNvPr>
          <p:cNvGrpSpPr/>
          <p:nvPr/>
        </p:nvGrpSpPr>
        <p:grpSpPr>
          <a:xfrm>
            <a:off x="2322845" y="1452868"/>
            <a:ext cx="815204" cy="1290193"/>
            <a:chOff x="10831462" y="349497"/>
            <a:chExt cx="815204" cy="1290193"/>
          </a:xfrm>
        </p:grpSpPr>
        <p:pic>
          <p:nvPicPr>
            <p:cNvPr id="239" name="Picture 238">
              <a:extLst>
                <a:ext uri="{FF2B5EF4-FFF2-40B4-BE49-F238E27FC236}">
                  <a16:creationId xmlns:a16="http://schemas.microsoft.com/office/drawing/2014/main" id="{63BA02E3-8778-5E96-7EF7-0AA69EFFAB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2816" y="349497"/>
              <a:ext cx="432497" cy="432497"/>
            </a:xfrm>
            <a:prstGeom prst="rect">
              <a:avLst/>
            </a:prstGeom>
          </p:spPr>
        </p:pic>
        <p:sp>
          <p:nvSpPr>
            <p:cNvPr id="240" name="TextBox 239">
              <a:extLst>
                <a:ext uri="{FF2B5EF4-FFF2-40B4-BE49-F238E27FC236}">
                  <a16:creationId xmlns:a16="http://schemas.microsoft.com/office/drawing/2014/main" id="{7E18A4DF-A6E1-9F36-7558-F00609A91BA0}"/>
                </a:ext>
              </a:extLst>
            </p:cNvPr>
            <p:cNvSpPr txBox="1"/>
            <p:nvPr/>
          </p:nvSpPr>
          <p:spPr>
            <a:xfrm>
              <a:off x="10831462" y="808693"/>
              <a:ext cx="81520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Microsoft Entra ID</a:t>
              </a:r>
              <a:b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Siemens</a:t>
              </a:r>
              <a:b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Tenant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41" name="Graphic 240">
            <a:extLst>
              <a:ext uri="{FF2B5EF4-FFF2-40B4-BE49-F238E27FC236}">
                <a16:creationId xmlns:a16="http://schemas.microsoft.com/office/drawing/2014/main" id="{10C5DD22-87D7-5F81-CCBE-1F620C202D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83225" y="4295899"/>
            <a:ext cx="440399" cy="440399"/>
          </a:xfrm>
          <a:prstGeom prst="rect">
            <a:avLst/>
          </a:prstGeom>
        </p:spPr>
      </p:pic>
      <p:pic>
        <p:nvPicPr>
          <p:cNvPr id="242" name="Picture 241">
            <a:extLst>
              <a:ext uri="{FF2B5EF4-FFF2-40B4-BE49-F238E27FC236}">
                <a16:creationId xmlns:a16="http://schemas.microsoft.com/office/drawing/2014/main" id="{11FE9AB2-9D5B-6EC2-9C61-DF46E01CC6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94402" y="4720891"/>
            <a:ext cx="461560" cy="461560"/>
          </a:xfrm>
          <a:prstGeom prst="rect">
            <a:avLst/>
          </a:prstGeom>
        </p:spPr>
      </p:pic>
      <p:sp>
        <p:nvSpPr>
          <p:cNvPr id="243" name="TextBox 242">
            <a:extLst>
              <a:ext uri="{FF2B5EF4-FFF2-40B4-BE49-F238E27FC236}">
                <a16:creationId xmlns:a16="http://schemas.microsoft.com/office/drawing/2014/main" id="{BF3104A5-A33C-9247-934C-744B1F9AA652}"/>
              </a:ext>
            </a:extLst>
          </p:cNvPr>
          <p:cNvSpPr txBox="1"/>
          <p:nvPr/>
        </p:nvSpPr>
        <p:spPr>
          <a:xfrm>
            <a:off x="11125342" y="1405934"/>
            <a:ext cx="777102" cy="338554"/>
          </a:xfrm>
          <a:prstGeom prst="rect">
            <a:avLst/>
          </a:prstGeom>
          <a:solidFill>
            <a:schemeClr val="bg1">
              <a:lumMod val="8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t>Azure </a:t>
            </a:r>
            <a:b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t>Subscription</a:t>
            </a:r>
          </a:p>
        </p:txBody>
      </p:sp>
      <p:sp>
        <p:nvSpPr>
          <p:cNvPr id="244" name="Rectangle 243">
            <a:extLst>
              <a:ext uri="{FF2B5EF4-FFF2-40B4-BE49-F238E27FC236}">
                <a16:creationId xmlns:a16="http://schemas.microsoft.com/office/drawing/2014/main" id="{0978278C-C454-2EDB-8612-CFF3D373BB23}"/>
              </a:ext>
            </a:extLst>
          </p:cNvPr>
          <p:cNvSpPr/>
          <p:nvPr/>
        </p:nvSpPr>
        <p:spPr>
          <a:xfrm>
            <a:off x="3086099" y="1407680"/>
            <a:ext cx="8807083" cy="3819458"/>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sp>
        <p:nvSpPr>
          <p:cNvPr id="298" name="TextBox 297">
            <a:extLst>
              <a:ext uri="{FF2B5EF4-FFF2-40B4-BE49-F238E27FC236}">
                <a16:creationId xmlns:a16="http://schemas.microsoft.com/office/drawing/2014/main" id="{D8DD94CC-986A-77FF-7F31-F10E4119292A}"/>
              </a:ext>
            </a:extLst>
          </p:cNvPr>
          <p:cNvSpPr txBox="1"/>
          <p:nvPr/>
        </p:nvSpPr>
        <p:spPr>
          <a:xfrm>
            <a:off x="9554121" y="1951274"/>
            <a:ext cx="90325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Search</a:t>
            </a:r>
          </a:p>
        </p:txBody>
      </p:sp>
      <p:pic>
        <p:nvPicPr>
          <p:cNvPr id="299" name="Graphic 298">
            <a:extLst>
              <a:ext uri="{FF2B5EF4-FFF2-40B4-BE49-F238E27FC236}">
                <a16:creationId xmlns:a16="http://schemas.microsoft.com/office/drawing/2014/main" id="{CF4EFAF5-E9FC-7424-EBB2-77CC2ADCABD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02444" y="2408490"/>
            <a:ext cx="247981" cy="247981"/>
          </a:xfrm>
          <a:prstGeom prst="rect">
            <a:avLst/>
          </a:prstGeom>
        </p:spPr>
      </p:pic>
      <p:pic>
        <p:nvPicPr>
          <p:cNvPr id="300" name="Graphic 299">
            <a:extLst>
              <a:ext uri="{FF2B5EF4-FFF2-40B4-BE49-F238E27FC236}">
                <a16:creationId xmlns:a16="http://schemas.microsoft.com/office/drawing/2014/main" id="{48154F8C-0E7F-17A8-4305-202F9FA3919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428402" y="3661174"/>
            <a:ext cx="340165" cy="340165"/>
          </a:xfrm>
          <a:prstGeom prst="rect">
            <a:avLst/>
          </a:prstGeom>
        </p:spPr>
      </p:pic>
      <p:sp>
        <p:nvSpPr>
          <p:cNvPr id="301" name="TextBox 300">
            <a:extLst>
              <a:ext uri="{FF2B5EF4-FFF2-40B4-BE49-F238E27FC236}">
                <a16:creationId xmlns:a16="http://schemas.microsoft.com/office/drawing/2014/main" id="{1AEF5E86-D0F2-AD3D-1413-D733968CEA66}"/>
              </a:ext>
            </a:extLst>
          </p:cNvPr>
          <p:cNvSpPr txBox="1"/>
          <p:nvPr/>
        </p:nvSpPr>
        <p:spPr>
          <a:xfrm>
            <a:off x="9533786" y="2664238"/>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Storage</a:t>
            </a:r>
          </a:p>
        </p:txBody>
      </p:sp>
      <p:sp>
        <p:nvSpPr>
          <p:cNvPr id="302" name="TextBox 301">
            <a:extLst>
              <a:ext uri="{FF2B5EF4-FFF2-40B4-BE49-F238E27FC236}">
                <a16:creationId xmlns:a16="http://schemas.microsoft.com/office/drawing/2014/main" id="{7148BC23-F06F-CB2F-08D1-65478C29D1E9}"/>
              </a:ext>
            </a:extLst>
          </p:cNvPr>
          <p:cNvSpPr txBox="1"/>
          <p:nvPr/>
        </p:nvSpPr>
        <p:spPr>
          <a:xfrm>
            <a:off x="4201291" y="3954864"/>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sp>
        <p:nvSpPr>
          <p:cNvPr id="304" name="TextBox 303">
            <a:extLst>
              <a:ext uri="{FF2B5EF4-FFF2-40B4-BE49-F238E27FC236}">
                <a16:creationId xmlns:a16="http://schemas.microsoft.com/office/drawing/2014/main" id="{63A806F9-76EB-7B98-5C90-0D5E7E790ADB}"/>
              </a:ext>
            </a:extLst>
          </p:cNvPr>
          <p:cNvSpPr txBox="1"/>
          <p:nvPr/>
        </p:nvSpPr>
        <p:spPr>
          <a:xfrm>
            <a:off x="9567052" y="3275027"/>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Cosmos DB</a:t>
            </a:r>
          </a:p>
        </p:txBody>
      </p:sp>
      <p:sp>
        <p:nvSpPr>
          <p:cNvPr id="310" name="TextBox 309">
            <a:extLst>
              <a:ext uri="{FF2B5EF4-FFF2-40B4-BE49-F238E27FC236}">
                <a16:creationId xmlns:a16="http://schemas.microsoft.com/office/drawing/2014/main" id="{17164155-2D72-F38F-EF35-3257E1D63B73}"/>
              </a:ext>
            </a:extLst>
          </p:cNvPr>
          <p:cNvSpPr txBox="1"/>
          <p:nvPr/>
        </p:nvSpPr>
        <p:spPr>
          <a:xfrm>
            <a:off x="9568983" y="4574394"/>
            <a:ext cx="69556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Microsoft</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Foundry</a:t>
            </a:r>
          </a:p>
        </p:txBody>
      </p:sp>
      <p:pic>
        <p:nvPicPr>
          <p:cNvPr id="318" name="Picture 317">
            <a:extLst>
              <a:ext uri="{FF2B5EF4-FFF2-40B4-BE49-F238E27FC236}">
                <a16:creationId xmlns:a16="http://schemas.microsoft.com/office/drawing/2014/main" id="{B0335CBF-45B2-FDCC-D5B2-0C797E738B77}"/>
              </a:ext>
            </a:extLst>
          </p:cNvPr>
          <p:cNvPicPr>
            <a:picLocks noChangeAspect="1"/>
          </p:cNvPicPr>
          <p:nvPr/>
        </p:nvPicPr>
        <p:blipFill>
          <a:blip r:embed="rId8"/>
          <a:stretch>
            <a:fillRect/>
          </a:stretch>
        </p:blipFill>
        <p:spPr>
          <a:xfrm>
            <a:off x="220746" y="5393890"/>
            <a:ext cx="1726363" cy="1333230"/>
          </a:xfrm>
          <a:prstGeom prst="rect">
            <a:avLst/>
          </a:prstGeom>
        </p:spPr>
      </p:pic>
      <p:pic>
        <p:nvPicPr>
          <p:cNvPr id="344" name="Picture 343">
            <a:extLst>
              <a:ext uri="{FF2B5EF4-FFF2-40B4-BE49-F238E27FC236}">
                <a16:creationId xmlns:a16="http://schemas.microsoft.com/office/drawing/2014/main" id="{AA523872-AF04-BB10-C43F-465CAA64E890}"/>
              </a:ext>
            </a:extLst>
          </p:cNvPr>
          <p:cNvPicPr>
            <a:picLocks noChangeAspect="1"/>
          </p:cNvPicPr>
          <p:nvPr/>
        </p:nvPicPr>
        <p:blipFill>
          <a:blip r:embed="rId9"/>
          <a:stretch>
            <a:fillRect/>
          </a:stretch>
        </p:blipFill>
        <p:spPr>
          <a:xfrm>
            <a:off x="199561" y="4038407"/>
            <a:ext cx="1823558" cy="1069513"/>
          </a:xfrm>
          <a:prstGeom prst="rect">
            <a:avLst/>
          </a:prstGeom>
        </p:spPr>
      </p:pic>
      <p:sp>
        <p:nvSpPr>
          <p:cNvPr id="16" name="TextBox 15">
            <a:extLst>
              <a:ext uri="{FF2B5EF4-FFF2-40B4-BE49-F238E27FC236}">
                <a16:creationId xmlns:a16="http://schemas.microsoft.com/office/drawing/2014/main" id="{54D63AB0-9856-9F45-19A3-D81D9786B214}"/>
              </a:ext>
            </a:extLst>
          </p:cNvPr>
          <p:cNvSpPr txBox="1"/>
          <p:nvPr/>
        </p:nvSpPr>
        <p:spPr>
          <a:xfrm>
            <a:off x="9899979" y="6232188"/>
            <a:ext cx="78162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Databricks Cluster</a:t>
            </a:r>
          </a:p>
        </p:txBody>
      </p:sp>
      <p:sp>
        <p:nvSpPr>
          <p:cNvPr id="17" name="TextBox 16">
            <a:extLst>
              <a:ext uri="{FF2B5EF4-FFF2-40B4-BE49-F238E27FC236}">
                <a16:creationId xmlns:a16="http://schemas.microsoft.com/office/drawing/2014/main" id="{48A03F37-AF00-754D-B2B0-98E41E9C5C55}"/>
              </a:ext>
            </a:extLst>
          </p:cNvPr>
          <p:cNvSpPr txBox="1"/>
          <p:nvPr/>
        </p:nvSpPr>
        <p:spPr>
          <a:xfrm>
            <a:off x="11111554" y="6232188"/>
            <a:ext cx="78162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 Lake Store</a:t>
            </a:r>
          </a:p>
        </p:txBody>
      </p:sp>
      <p:sp>
        <p:nvSpPr>
          <p:cNvPr id="18" name="TextBox 17">
            <a:extLst>
              <a:ext uri="{FF2B5EF4-FFF2-40B4-BE49-F238E27FC236}">
                <a16:creationId xmlns:a16="http://schemas.microsoft.com/office/drawing/2014/main" id="{6DEA388B-768C-D06A-B595-32627677F3D2}"/>
              </a:ext>
            </a:extLst>
          </p:cNvPr>
          <p:cNvSpPr txBox="1"/>
          <p:nvPr/>
        </p:nvSpPr>
        <p:spPr>
          <a:xfrm>
            <a:off x="8499140" y="6287110"/>
            <a:ext cx="6799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pic>
        <p:nvPicPr>
          <p:cNvPr id="19" name="Graphic 18">
            <a:extLst>
              <a:ext uri="{FF2B5EF4-FFF2-40B4-BE49-F238E27FC236}">
                <a16:creationId xmlns:a16="http://schemas.microsoft.com/office/drawing/2014/main" id="{FE64E407-0319-FF7B-5B70-2E57C74222B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219708" y="5685787"/>
            <a:ext cx="430887" cy="430887"/>
          </a:xfrm>
          <a:prstGeom prst="rect">
            <a:avLst/>
          </a:prstGeom>
        </p:spPr>
      </p:pic>
      <p:sp>
        <p:nvSpPr>
          <p:cNvPr id="20" name="TextBox 19">
            <a:extLst>
              <a:ext uri="{FF2B5EF4-FFF2-40B4-BE49-F238E27FC236}">
                <a16:creationId xmlns:a16="http://schemas.microsoft.com/office/drawing/2014/main" id="{AFAEA70E-0F69-6CA5-CF12-2A849B7CCE24}"/>
              </a:ext>
            </a:extLst>
          </p:cNvPr>
          <p:cNvSpPr txBox="1"/>
          <p:nvPr/>
        </p:nvSpPr>
        <p:spPr>
          <a:xfrm>
            <a:off x="9011860" y="5675033"/>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DevOps Pipeline</a:t>
            </a:r>
          </a:p>
        </p:txBody>
      </p:sp>
      <p:pic>
        <p:nvPicPr>
          <p:cNvPr id="21" name="Graphic 20">
            <a:extLst>
              <a:ext uri="{FF2B5EF4-FFF2-40B4-BE49-F238E27FC236}">
                <a16:creationId xmlns:a16="http://schemas.microsoft.com/office/drawing/2014/main" id="{C67D3AC5-EF1C-6179-CB01-F8149B3154F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858069" y="5668891"/>
            <a:ext cx="428342" cy="428342"/>
          </a:xfrm>
          <a:prstGeom prst="rect">
            <a:avLst/>
          </a:prstGeom>
        </p:spPr>
      </p:pic>
      <p:sp>
        <p:nvSpPr>
          <p:cNvPr id="22" name="TextBox 21">
            <a:extLst>
              <a:ext uri="{FF2B5EF4-FFF2-40B4-BE49-F238E27FC236}">
                <a16:creationId xmlns:a16="http://schemas.microsoft.com/office/drawing/2014/main" id="{B7F6D886-587F-BA50-2FC4-800A85961C0A}"/>
              </a:ext>
            </a:extLst>
          </p:cNvPr>
          <p:cNvSpPr txBox="1"/>
          <p:nvPr/>
        </p:nvSpPr>
        <p:spPr>
          <a:xfrm>
            <a:off x="11261692" y="5678758"/>
            <a:ext cx="48908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Git Repo</a:t>
            </a:r>
          </a:p>
        </p:txBody>
      </p:sp>
      <p:pic>
        <p:nvPicPr>
          <p:cNvPr id="23" name="Graphic 22">
            <a:extLst>
              <a:ext uri="{FF2B5EF4-FFF2-40B4-BE49-F238E27FC236}">
                <a16:creationId xmlns:a16="http://schemas.microsoft.com/office/drawing/2014/main" id="{27A998DB-1435-1CF8-C428-8E2FFF08BF0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764975" y="5656171"/>
            <a:ext cx="428342" cy="428342"/>
          </a:xfrm>
          <a:prstGeom prst="rect">
            <a:avLst/>
          </a:prstGeom>
        </p:spPr>
      </p:pic>
      <p:sp>
        <p:nvSpPr>
          <p:cNvPr id="24" name="TextBox 23">
            <a:extLst>
              <a:ext uri="{FF2B5EF4-FFF2-40B4-BE49-F238E27FC236}">
                <a16:creationId xmlns:a16="http://schemas.microsoft.com/office/drawing/2014/main" id="{5ED89A47-87E5-FA49-FD97-ECD3C2A5D7FE}"/>
              </a:ext>
            </a:extLst>
          </p:cNvPr>
          <p:cNvSpPr txBox="1"/>
          <p:nvPr/>
        </p:nvSpPr>
        <p:spPr>
          <a:xfrm>
            <a:off x="10164351" y="5708780"/>
            <a:ext cx="71035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Artifacts</a:t>
            </a:r>
          </a:p>
        </p:txBody>
      </p:sp>
      <p:pic>
        <p:nvPicPr>
          <p:cNvPr id="25" name="Graphic 24">
            <a:extLst>
              <a:ext uri="{FF2B5EF4-FFF2-40B4-BE49-F238E27FC236}">
                <a16:creationId xmlns:a16="http://schemas.microsoft.com/office/drawing/2014/main" id="{8B9F99FC-22F2-8552-1B98-EE005BCD6F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17974" y="5673762"/>
            <a:ext cx="440399" cy="440399"/>
          </a:xfrm>
          <a:prstGeom prst="rect">
            <a:avLst/>
          </a:prstGeom>
        </p:spPr>
      </p:pic>
      <p:sp>
        <p:nvSpPr>
          <p:cNvPr id="26" name="TextBox 25">
            <a:extLst>
              <a:ext uri="{FF2B5EF4-FFF2-40B4-BE49-F238E27FC236}">
                <a16:creationId xmlns:a16="http://schemas.microsoft.com/office/drawing/2014/main" id="{9873C781-B229-15C2-893E-25DD8F4F7425}"/>
              </a:ext>
            </a:extLst>
          </p:cNvPr>
          <p:cNvSpPr txBox="1"/>
          <p:nvPr/>
        </p:nvSpPr>
        <p:spPr>
          <a:xfrm>
            <a:off x="8601448" y="5685250"/>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DevOps</a:t>
            </a:r>
          </a:p>
        </p:txBody>
      </p:sp>
      <p:cxnSp>
        <p:nvCxnSpPr>
          <p:cNvPr id="27" name="Straight Connector 26">
            <a:extLst>
              <a:ext uri="{FF2B5EF4-FFF2-40B4-BE49-F238E27FC236}">
                <a16:creationId xmlns:a16="http://schemas.microsoft.com/office/drawing/2014/main" id="{6EED4C63-C131-073E-CD95-5B34AFBC1D5A}"/>
              </a:ext>
            </a:extLst>
          </p:cNvPr>
          <p:cNvCxnSpPr>
            <a:cxnSpLocks/>
          </p:cNvCxnSpPr>
          <p:nvPr/>
        </p:nvCxnSpPr>
        <p:spPr>
          <a:xfrm>
            <a:off x="9188902" y="5647750"/>
            <a:ext cx="0" cy="511199"/>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70E5BE8-ADD4-212B-2DFE-6C2C1D4CD156}"/>
              </a:ext>
            </a:extLst>
          </p:cNvPr>
          <p:cNvSpPr txBox="1"/>
          <p:nvPr/>
        </p:nvSpPr>
        <p:spPr>
          <a:xfrm>
            <a:off x="8806652" y="6252965"/>
            <a:ext cx="67996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Machine</a:t>
            </a:r>
          </a:p>
        </p:txBody>
      </p:sp>
      <p:pic>
        <p:nvPicPr>
          <p:cNvPr id="29" name="Graphic 28">
            <a:extLst>
              <a:ext uri="{FF2B5EF4-FFF2-40B4-BE49-F238E27FC236}">
                <a16:creationId xmlns:a16="http://schemas.microsoft.com/office/drawing/2014/main" id="{ACA61C6B-28E3-B664-E1F5-E15EC5826EA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474976" y="6223452"/>
            <a:ext cx="432499" cy="457940"/>
          </a:xfrm>
          <a:prstGeom prst="rect">
            <a:avLst/>
          </a:prstGeom>
        </p:spPr>
      </p:pic>
      <p:pic>
        <p:nvPicPr>
          <p:cNvPr id="30" name="Graphic 29">
            <a:extLst>
              <a:ext uri="{FF2B5EF4-FFF2-40B4-BE49-F238E27FC236}">
                <a16:creationId xmlns:a16="http://schemas.microsoft.com/office/drawing/2014/main" id="{1577DBB5-27BA-CEC6-D375-896407C5365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792959" y="6232188"/>
            <a:ext cx="389292" cy="389292"/>
          </a:xfrm>
          <a:prstGeom prst="rect">
            <a:avLst/>
          </a:prstGeom>
        </p:spPr>
      </p:pic>
      <p:sp>
        <p:nvSpPr>
          <p:cNvPr id="31" name="Rectangle 30">
            <a:extLst>
              <a:ext uri="{FF2B5EF4-FFF2-40B4-BE49-F238E27FC236}">
                <a16:creationId xmlns:a16="http://schemas.microsoft.com/office/drawing/2014/main" id="{DDFB3E89-341C-ABF9-33ED-941EAB62FAF0}"/>
              </a:ext>
            </a:extLst>
          </p:cNvPr>
          <p:cNvSpPr/>
          <p:nvPr/>
        </p:nvSpPr>
        <p:spPr>
          <a:xfrm>
            <a:off x="2284525" y="5556988"/>
            <a:ext cx="9771131" cy="110615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CF2">
                    <a:lumMod val="25000"/>
                  </a:srgbClr>
                </a:solidFill>
                <a:effectLst/>
                <a:uLnTx/>
                <a:uFillTx/>
                <a:latin typeface="Segoe UI"/>
                <a:ea typeface="+mn-ea"/>
                <a:cs typeface="+mn-cs"/>
              </a:rPr>
              <a:t>Legend</a:t>
            </a:r>
          </a:p>
        </p:txBody>
      </p:sp>
      <p:sp>
        <p:nvSpPr>
          <p:cNvPr id="35" name="TextBox 34">
            <a:extLst>
              <a:ext uri="{FF2B5EF4-FFF2-40B4-BE49-F238E27FC236}">
                <a16:creationId xmlns:a16="http://schemas.microsoft.com/office/drawing/2014/main" id="{8EF06E30-15CC-C640-F9F7-21049028242C}"/>
              </a:ext>
            </a:extLst>
          </p:cNvPr>
          <p:cNvSpPr txBox="1"/>
          <p:nvPr/>
        </p:nvSpPr>
        <p:spPr>
          <a:xfrm>
            <a:off x="9626414" y="5918428"/>
            <a:ext cx="76948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NIC Card</a:t>
            </a:r>
          </a:p>
        </p:txBody>
      </p:sp>
      <p:sp>
        <p:nvSpPr>
          <p:cNvPr id="37" name="TextBox 36">
            <a:extLst>
              <a:ext uri="{FF2B5EF4-FFF2-40B4-BE49-F238E27FC236}">
                <a16:creationId xmlns:a16="http://schemas.microsoft.com/office/drawing/2014/main" id="{3819F7B4-0978-24D3-62A3-073A23CBB825}"/>
              </a:ext>
            </a:extLst>
          </p:cNvPr>
          <p:cNvSpPr txBox="1"/>
          <p:nvPr/>
        </p:nvSpPr>
        <p:spPr>
          <a:xfrm>
            <a:off x="11195476" y="6207861"/>
            <a:ext cx="906019"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Storage Account</a:t>
            </a:r>
          </a:p>
        </p:txBody>
      </p:sp>
      <p:pic>
        <p:nvPicPr>
          <p:cNvPr id="38" name="Graphic 37">
            <a:extLst>
              <a:ext uri="{FF2B5EF4-FFF2-40B4-BE49-F238E27FC236}">
                <a16:creationId xmlns:a16="http://schemas.microsoft.com/office/drawing/2014/main" id="{746B867B-E898-2E02-07E5-7058FAF192C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62720" y="6324197"/>
            <a:ext cx="242454" cy="242454"/>
          </a:xfrm>
          <a:prstGeom prst="rect">
            <a:avLst/>
          </a:prstGeom>
        </p:spPr>
      </p:pic>
      <p:sp>
        <p:nvSpPr>
          <p:cNvPr id="39" name="TextBox 38">
            <a:extLst>
              <a:ext uri="{FF2B5EF4-FFF2-40B4-BE49-F238E27FC236}">
                <a16:creationId xmlns:a16="http://schemas.microsoft.com/office/drawing/2014/main" id="{3EA82DCE-910F-9636-3452-8AB7F338C99E}"/>
              </a:ext>
            </a:extLst>
          </p:cNvPr>
          <p:cNvSpPr txBox="1"/>
          <p:nvPr/>
        </p:nvSpPr>
        <p:spPr>
          <a:xfrm>
            <a:off x="9657000" y="6340487"/>
            <a:ext cx="6799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sp>
        <p:nvSpPr>
          <p:cNvPr id="40" name="TextBox 39">
            <a:extLst>
              <a:ext uri="{FF2B5EF4-FFF2-40B4-BE49-F238E27FC236}">
                <a16:creationId xmlns:a16="http://schemas.microsoft.com/office/drawing/2014/main" id="{EE8A389F-F86A-4A42-F691-5275AB5F07E3}"/>
              </a:ext>
            </a:extLst>
          </p:cNvPr>
          <p:cNvSpPr txBox="1"/>
          <p:nvPr/>
        </p:nvSpPr>
        <p:spPr>
          <a:xfrm>
            <a:off x="11293748" y="5806550"/>
            <a:ext cx="64168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00BCF2">
                    <a:lumMod val="50000"/>
                  </a:srgbClr>
                </a:solidFill>
                <a:effectLst/>
                <a:uLnTx/>
                <a:uFillTx/>
                <a:latin typeface="Segoe UI"/>
                <a:ea typeface="+mn-ea"/>
                <a:cs typeface="+mn-cs"/>
              </a:rPr>
              <a:t>github</a:t>
            </a: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grpSp>
        <p:nvGrpSpPr>
          <p:cNvPr id="41" name="Group 40">
            <a:extLst>
              <a:ext uri="{FF2B5EF4-FFF2-40B4-BE49-F238E27FC236}">
                <a16:creationId xmlns:a16="http://schemas.microsoft.com/office/drawing/2014/main" id="{ACED279E-F818-7AE7-6A27-E30B41EE9311}"/>
              </a:ext>
            </a:extLst>
          </p:cNvPr>
          <p:cNvGrpSpPr/>
          <p:nvPr/>
        </p:nvGrpSpPr>
        <p:grpSpPr>
          <a:xfrm>
            <a:off x="10151837" y="5749145"/>
            <a:ext cx="970287" cy="342963"/>
            <a:chOff x="6998544" y="5436915"/>
            <a:chExt cx="970287" cy="342963"/>
          </a:xfrm>
        </p:grpSpPr>
        <p:pic>
          <p:nvPicPr>
            <p:cNvPr id="42" name="Graphic 41">
              <a:extLst>
                <a:ext uri="{FF2B5EF4-FFF2-40B4-BE49-F238E27FC236}">
                  <a16:creationId xmlns:a16="http://schemas.microsoft.com/office/drawing/2014/main" id="{31F53390-F445-5F43-B7B8-FE085AA27F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98544" y="5519323"/>
              <a:ext cx="260555" cy="260555"/>
            </a:xfrm>
            <a:prstGeom prst="rect">
              <a:avLst/>
            </a:prstGeom>
          </p:spPr>
        </p:pic>
        <p:sp>
          <p:nvSpPr>
            <p:cNvPr id="43" name="TextBox 42">
              <a:extLst>
                <a:ext uri="{FF2B5EF4-FFF2-40B4-BE49-F238E27FC236}">
                  <a16:creationId xmlns:a16="http://schemas.microsoft.com/office/drawing/2014/main" id="{4FC99047-C32C-8D64-FFE5-9AB196826BFD}"/>
                </a:ext>
              </a:extLst>
            </p:cNvPr>
            <p:cNvSpPr txBox="1"/>
            <p:nvPr/>
          </p:nvSpPr>
          <p:spPr>
            <a:xfrm>
              <a:off x="7266132" y="5436915"/>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DevOps</a:t>
              </a:r>
            </a:p>
          </p:txBody>
        </p:sp>
      </p:grpSp>
      <p:pic>
        <p:nvPicPr>
          <p:cNvPr id="45" name="Graphic 44">
            <a:extLst>
              <a:ext uri="{FF2B5EF4-FFF2-40B4-BE49-F238E27FC236}">
                <a16:creationId xmlns:a16="http://schemas.microsoft.com/office/drawing/2014/main" id="{1C8A4708-82A4-88C9-E687-BDB0E6D142B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60923" y="6324507"/>
            <a:ext cx="247981" cy="247981"/>
          </a:xfrm>
          <a:prstGeom prst="rect">
            <a:avLst/>
          </a:prstGeom>
        </p:spPr>
      </p:pic>
      <p:pic>
        <p:nvPicPr>
          <p:cNvPr id="46" name="Picture 45">
            <a:extLst>
              <a:ext uri="{FF2B5EF4-FFF2-40B4-BE49-F238E27FC236}">
                <a16:creationId xmlns:a16="http://schemas.microsoft.com/office/drawing/2014/main" id="{95152227-72AE-1E17-4779-3086357063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09053" y="5800086"/>
            <a:ext cx="286533" cy="286533"/>
          </a:xfrm>
          <a:prstGeom prst="rect">
            <a:avLst/>
          </a:prstGeom>
        </p:spPr>
      </p:pic>
      <p:pic>
        <p:nvPicPr>
          <p:cNvPr id="53" name="Graphic 52">
            <a:extLst>
              <a:ext uri="{FF2B5EF4-FFF2-40B4-BE49-F238E27FC236}">
                <a16:creationId xmlns:a16="http://schemas.microsoft.com/office/drawing/2014/main" id="{A8FB5558-104C-B023-F279-0C578EA3B38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35219" y="6254557"/>
            <a:ext cx="274831" cy="274831"/>
          </a:xfrm>
          <a:prstGeom prst="rect">
            <a:avLst/>
          </a:prstGeom>
        </p:spPr>
      </p:pic>
      <p:sp>
        <p:nvSpPr>
          <p:cNvPr id="54" name="TextBox 53">
            <a:extLst>
              <a:ext uri="{FF2B5EF4-FFF2-40B4-BE49-F238E27FC236}">
                <a16:creationId xmlns:a16="http://schemas.microsoft.com/office/drawing/2014/main" id="{2E0D66C3-5E8D-860C-AC33-7D148D7B0BC9}"/>
              </a:ext>
            </a:extLst>
          </p:cNvPr>
          <p:cNvSpPr txBox="1"/>
          <p:nvPr/>
        </p:nvSpPr>
        <p:spPr>
          <a:xfrm>
            <a:off x="8893725" y="6242585"/>
            <a:ext cx="64106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App</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Services</a:t>
            </a:r>
          </a:p>
        </p:txBody>
      </p:sp>
      <p:pic>
        <p:nvPicPr>
          <p:cNvPr id="56" name="Graphic 55">
            <a:extLst>
              <a:ext uri="{FF2B5EF4-FFF2-40B4-BE49-F238E27FC236}">
                <a16:creationId xmlns:a16="http://schemas.microsoft.com/office/drawing/2014/main" id="{F81BFEC2-0FDF-125F-B176-B628953B04A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416403" y="5861304"/>
            <a:ext cx="274831" cy="274831"/>
          </a:xfrm>
          <a:prstGeom prst="rect">
            <a:avLst/>
          </a:prstGeom>
        </p:spPr>
      </p:pic>
      <p:pic>
        <p:nvPicPr>
          <p:cNvPr id="57" name="Graphic 56">
            <a:extLst>
              <a:ext uri="{FF2B5EF4-FFF2-40B4-BE49-F238E27FC236}">
                <a16:creationId xmlns:a16="http://schemas.microsoft.com/office/drawing/2014/main" id="{8B884710-ECA0-751E-C816-0E0D45AC5A81}"/>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519734" y="5855768"/>
            <a:ext cx="257701" cy="257701"/>
          </a:xfrm>
          <a:prstGeom prst="rect">
            <a:avLst/>
          </a:prstGeom>
        </p:spPr>
      </p:pic>
      <p:sp>
        <p:nvSpPr>
          <p:cNvPr id="58" name="TextBox 57">
            <a:extLst>
              <a:ext uri="{FF2B5EF4-FFF2-40B4-BE49-F238E27FC236}">
                <a16:creationId xmlns:a16="http://schemas.microsoft.com/office/drawing/2014/main" id="{838E5C5A-4D62-DC81-BA71-42BD4A113EB3}"/>
              </a:ext>
            </a:extLst>
          </p:cNvPr>
          <p:cNvSpPr txBox="1"/>
          <p:nvPr/>
        </p:nvSpPr>
        <p:spPr>
          <a:xfrm>
            <a:off x="8872250" y="5848627"/>
            <a:ext cx="58065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Public IP Address</a:t>
            </a:r>
          </a:p>
        </p:txBody>
      </p:sp>
      <p:pic>
        <p:nvPicPr>
          <p:cNvPr id="59" name="Picture 58">
            <a:extLst>
              <a:ext uri="{FF2B5EF4-FFF2-40B4-BE49-F238E27FC236}">
                <a16:creationId xmlns:a16="http://schemas.microsoft.com/office/drawing/2014/main" id="{86B3EBBC-C11E-8BC7-27A5-8F7059A45E1E}"/>
              </a:ext>
            </a:extLst>
          </p:cNvPr>
          <p:cNvPicPr>
            <a:picLocks noChangeAspect="1"/>
          </p:cNvPicPr>
          <p:nvPr/>
        </p:nvPicPr>
        <p:blipFill>
          <a:blip r:embed="rId17"/>
          <a:stretch>
            <a:fillRect/>
          </a:stretch>
        </p:blipFill>
        <p:spPr>
          <a:xfrm>
            <a:off x="7622601" y="6223001"/>
            <a:ext cx="318290" cy="302376"/>
          </a:xfrm>
          <a:prstGeom prst="rect">
            <a:avLst/>
          </a:prstGeom>
        </p:spPr>
      </p:pic>
      <p:sp>
        <p:nvSpPr>
          <p:cNvPr id="60" name="TextBox 59">
            <a:extLst>
              <a:ext uri="{FF2B5EF4-FFF2-40B4-BE49-F238E27FC236}">
                <a16:creationId xmlns:a16="http://schemas.microsoft.com/office/drawing/2014/main" id="{072050E1-4345-AF6C-401D-BBAD59D3676B}"/>
              </a:ext>
            </a:extLst>
          </p:cNvPr>
          <p:cNvSpPr txBox="1"/>
          <p:nvPr/>
        </p:nvSpPr>
        <p:spPr>
          <a:xfrm>
            <a:off x="7875297" y="6213383"/>
            <a:ext cx="59570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endpoint</a:t>
            </a:r>
          </a:p>
        </p:txBody>
      </p:sp>
      <p:sp>
        <p:nvSpPr>
          <p:cNvPr id="61" name="TextBox 60">
            <a:extLst>
              <a:ext uri="{FF2B5EF4-FFF2-40B4-BE49-F238E27FC236}">
                <a16:creationId xmlns:a16="http://schemas.microsoft.com/office/drawing/2014/main" id="{D49DEB47-5619-E4B6-C924-9ED47ACE58AF}"/>
              </a:ext>
            </a:extLst>
          </p:cNvPr>
          <p:cNvSpPr txBox="1"/>
          <p:nvPr/>
        </p:nvSpPr>
        <p:spPr>
          <a:xfrm>
            <a:off x="7883030" y="5852717"/>
            <a:ext cx="57743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Network</a:t>
            </a:r>
          </a:p>
        </p:txBody>
      </p:sp>
      <p:pic>
        <p:nvPicPr>
          <p:cNvPr id="62" name="Graphic 61">
            <a:extLst>
              <a:ext uri="{FF2B5EF4-FFF2-40B4-BE49-F238E27FC236}">
                <a16:creationId xmlns:a16="http://schemas.microsoft.com/office/drawing/2014/main" id="{1462CD2A-C058-5EB2-8E46-9420F76B105D}"/>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633872" y="5866357"/>
            <a:ext cx="300461" cy="300461"/>
          </a:xfrm>
          <a:prstGeom prst="rect">
            <a:avLst/>
          </a:prstGeom>
        </p:spPr>
      </p:pic>
      <p:sp>
        <p:nvSpPr>
          <p:cNvPr id="63" name="TextBox 62">
            <a:extLst>
              <a:ext uri="{FF2B5EF4-FFF2-40B4-BE49-F238E27FC236}">
                <a16:creationId xmlns:a16="http://schemas.microsoft.com/office/drawing/2014/main" id="{4C57B08F-47CE-2C14-8F13-734FABEF4B95}"/>
              </a:ext>
            </a:extLst>
          </p:cNvPr>
          <p:cNvSpPr txBox="1"/>
          <p:nvPr/>
        </p:nvSpPr>
        <p:spPr>
          <a:xfrm>
            <a:off x="10454972" y="6212317"/>
            <a:ext cx="83499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DNS Zone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128" name="Graphic 127">
            <a:extLst>
              <a:ext uri="{FF2B5EF4-FFF2-40B4-BE49-F238E27FC236}">
                <a16:creationId xmlns:a16="http://schemas.microsoft.com/office/drawing/2014/main" id="{C2D00BF1-8F14-E1E1-2F34-7234EA0CEEE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222714" y="6295587"/>
            <a:ext cx="290573" cy="290573"/>
          </a:xfrm>
          <a:prstGeom prst="rect">
            <a:avLst/>
          </a:prstGeom>
        </p:spPr>
      </p:pic>
      <p:pic>
        <p:nvPicPr>
          <p:cNvPr id="129" name="Graphic 128">
            <a:extLst>
              <a:ext uri="{FF2B5EF4-FFF2-40B4-BE49-F238E27FC236}">
                <a16:creationId xmlns:a16="http://schemas.microsoft.com/office/drawing/2014/main" id="{1E377C8A-470F-9498-230E-A6193312EFCB}"/>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825383" y="5898916"/>
            <a:ext cx="282546" cy="282546"/>
          </a:xfrm>
          <a:prstGeom prst="rect">
            <a:avLst/>
          </a:prstGeom>
        </p:spPr>
      </p:pic>
      <p:sp>
        <p:nvSpPr>
          <p:cNvPr id="130" name="TextBox 129">
            <a:extLst>
              <a:ext uri="{FF2B5EF4-FFF2-40B4-BE49-F238E27FC236}">
                <a16:creationId xmlns:a16="http://schemas.microsoft.com/office/drawing/2014/main" id="{EACC4D49-93D8-2F81-FE8D-6177212E093B}"/>
              </a:ext>
            </a:extLst>
          </p:cNvPr>
          <p:cNvSpPr txBox="1"/>
          <p:nvPr/>
        </p:nvSpPr>
        <p:spPr>
          <a:xfrm>
            <a:off x="7065953" y="5933850"/>
            <a:ext cx="6173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EventHub</a:t>
            </a:r>
          </a:p>
        </p:txBody>
      </p:sp>
      <p:pic>
        <p:nvPicPr>
          <p:cNvPr id="131" name="Graphic 130">
            <a:extLst>
              <a:ext uri="{FF2B5EF4-FFF2-40B4-BE49-F238E27FC236}">
                <a16:creationId xmlns:a16="http://schemas.microsoft.com/office/drawing/2014/main" id="{8C51D747-EC9E-DA81-6277-FD594160DAA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824610" y="6229770"/>
            <a:ext cx="263654" cy="308076"/>
          </a:xfrm>
          <a:prstGeom prst="rect">
            <a:avLst/>
          </a:prstGeom>
        </p:spPr>
      </p:pic>
      <p:sp>
        <p:nvSpPr>
          <p:cNvPr id="132" name="TextBox 131">
            <a:extLst>
              <a:ext uri="{FF2B5EF4-FFF2-40B4-BE49-F238E27FC236}">
                <a16:creationId xmlns:a16="http://schemas.microsoft.com/office/drawing/2014/main" id="{B6D2D888-BDF3-32BE-16D3-EA9BCEBCC2EF}"/>
              </a:ext>
            </a:extLst>
          </p:cNvPr>
          <p:cNvSpPr txBox="1"/>
          <p:nvPr/>
        </p:nvSpPr>
        <p:spPr>
          <a:xfrm>
            <a:off x="7075276" y="6226934"/>
            <a:ext cx="64459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DNS Forwarder</a:t>
            </a:r>
          </a:p>
        </p:txBody>
      </p:sp>
      <p:pic>
        <p:nvPicPr>
          <p:cNvPr id="9" name="Graphic 8">
            <a:extLst>
              <a:ext uri="{FF2B5EF4-FFF2-40B4-BE49-F238E27FC236}">
                <a16:creationId xmlns:a16="http://schemas.microsoft.com/office/drawing/2014/main" id="{7A4FD7CC-C7E7-DB95-E404-AC0B5E1A5A97}"/>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9787478" y="2971054"/>
            <a:ext cx="314399" cy="314399"/>
          </a:xfrm>
          <a:prstGeom prst="rect">
            <a:avLst/>
          </a:prstGeom>
        </p:spPr>
      </p:pic>
      <p:pic>
        <p:nvPicPr>
          <p:cNvPr id="138" name="Graphic 137">
            <a:extLst>
              <a:ext uri="{FF2B5EF4-FFF2-40B4-BE49-F238E27FC236}">
                <a16:creationId xmlns:a16="http://schemas.microsoft.com/office/drawing/2014/main" id="{BEF0E0FB-E7A9-DE55-5F47-A9FF37B41F7E}"/>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9802444" y="1744488"/>
            <a:ext cx="289859" cy="289859"/>
          </a:xfrm>
          <a:prstGeom prst="rect">
            <a:avLst/>
          </a:prstGeom>
        </p:spPr>
      </p:pic>
      <p:pic>
        <p:nvPicPr>
          <p:cNvPr id="144" name="Graphic 143">
            <a:extLst>
              <a:ext uri="{FF2B5EF4-FFF2-40B4-BE49-F238E27FC236}">
                <a16:creationId xmlns:a16="http://schemas.microsoft.com/office/drawing/2014/main" id="{74B21DEB-74B3-0AD9-1551-544532F9C2E5}"/>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10219980" y="4660473"/>
            <a:ext cx="258873" cy="258873"/>
          </a:xfrm>
          <a:prstGeom prst="rect">
            <a:avLst/>
          </a:prstGeom>
        </p:spPr>
      </p:pic>
      <p:sp>
        <p:nvSpPr>
          <p:cNvPr id="149" name="TextBox 148">
            <a:extLst>
              <a:ext uri="{FF2B5EF4-FFF2-40B4-BE49-F238E27FC236}">
                <a16:creationId xmlns:a16="http://schemas.microsoft.com/office/drawing/2014/main" id="{9E7C5906-CAA4-1289-B887-6A0C99AD3DBC}"/>
              </a:ext>
            </a:extLst>
          </p:cNvPr>
          <p:cNvSpPr txBox="1"/>
          <p:nvPr/>
        </p:nvSpPr>
        <p:spPr>
          <a:xfrm>
            <a:off x="4217568" y="4339696"/>
            <a:ext cx="1115092" cy="215444"/>
          </a:xfrm>
          <a:prstGeom prst="rect">
            <a:avLst/>
          </a:prstGeom>
          <a:noFill/>
        </p:spPr>
        <p:txBody>
          <a:bodyPr wrap="square" rtlCol="0">
            <a:spAutoFit/>
          </a:bodyPr>
          <a:lstStyle/>
          <a:p>
            <a:r>
              <a:rPr lang="en-US" sz="800" dirty="0">
                <a:solidFill>
                  <a:schemeClr val="accent1">
                    <a:lumMod val="75000"/>
                  </a:schemeClr>
                </a:solidFill>
              </a:rPr>
              <a:t>Microsoft Fabric</a:t>
            </a:r>
          </a:p>
        </p:txBody>
      </p:sp>
      <p:pic>
        <p:nvPicPr>
          <p:cNvPr id="155" name="Picture 154">
            <a:extLst>
              <a:ext uri="{FF2B5EF4-FFF2-40B4-BE49-F238E27FC236}">
                <a16:creationId xmlns:a16="http://schemas.microsoft.com/office/drawing/2014/main" id="{67460933-6669-DA4C-3DFC-B46F2B11C775}"/>
              </a:ext>
            </a:extLst>
          </p:cNvPr>
          <p:cNvPicPr>
            <a:picLocks noChangeAspect="1"/>
          </p:cNvPicPr>
          <p:nvPr/>
        </p:nvPicPr>
        <p:blipFill>
          <a:blip r:embed="rId25"/>
          <a:stretch>
            <a:fillRect/>
          </a:stretch>
        </p:blipFill>
        <p:spPr>
          <a:xfrm>
            <a:off x="4502954" y="4510698"/>
            <a:ext cx="346683" cy="375308"/>
          </a:xfrm>
          <a:prstGeom prst="rect">
            <a:avLst/>
          </a:prstGeom>
        </p:spPr>
      </p:pic>
      <p:pic>
        <p:nvPicPr>
          <p:cNvPr id="170" name="Picture 169">
            <a:extLst>
              <a:ext uri="{FF2B5EF4-FFF2-40B4-BE49-F238E27FC236}">
                <a16:creationId xmlns:a16="http://schemas.microsoft.com/office/drawing/2014/main" id="{FC4D340C-9D0D-0B02-7C08-85F6504C0E51}"/>
              </a:ext>
            </a:extLst>
          </p:cNvPr>
          <p:cNvPicPr>
            <a:picLocks noChangeAspect="1"/>
          </p:cNvPicPr>
          <p:nvPr/>
        </p:nvPicPr>
        <p:blipFill>
          <a:blip r:embed="rId25"/>
          <a:stretch>
            <a:fillRect/>
          </a:stretch>
        </p:blipFill>
        <p:spPr>
          <a:xfrm>
            <a:off x="6091607" y="5883062"/>
            <a:ext cx="265326" cy="287234"/>
          </a:xfrm>
          <a:prstGeom prst="rect">
            <a:avLst/>
          </a:prstGeom>
        </p:spPr>
      </p:pic>
      <p:pic>
        <p:nvPicPr>
          <p:cNvPr id="171" name="Graphic 170">
            <a:extLst>
              <a:ext uri="{FF2B5EF4-FFF2-40B4-BE49-F238E27FC236}">
                <a16:creationId xmlns:a16="http://schemas.microsoft.com/office/drawing/2014/main" id="{68A3A2E8-4FA5-3A09-9314-756930FB4E84}"/>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6058578" y="6209729"/>
            <a:ext cx="258873" cy="258873"/>
          </a:xfrm>
          <a:prstGeom prst="rect">
            <a:avLst/>
          </a:prstGeom>
        </p:spPr>
      </p:pic>
      <p:sp>
        <p:nvSpPr>
          <p:cNvPr id="172" name="TextBox 171">
            <a:extLst>
              <a:ext uri="{FF2B5EF4-FFF2-40B4-BE49-F238E27FC236}">
                <a16:creationId xmlns:a16="http://schemas.microsoft.com/office/drawing/2014/main" id="{B4E4E905-CBA9-9C83-085C-6DF512C48858}"/>
              </a:ext>
            </a:extLst>
          </p:cNvPr>
          <p:cNvSpPr txBox="1"/>
          <p:nvPr/>
        </p:nvSpPr>
        <p:spPr>
          <a:xfrm>
            <a:off x="6315294" y="6223452"/>
            <a:ext cx="64459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Foundry</a:t>
            </a:r>
          </a:p>
        </p:txBody>
      </p:sp>
      <p:sp>
        <p:nvSpPr>
          <p:cNvPr id="173" name="TextBox 172">
            <a:extLst>
              <a:ext uri="{FF2B5EF4-FFF2-40B4-BE49-F238E27FC236}">
                <a16:creationId xmlns:a16="http://schemas.microsoft.com/office/drawing/2014/main" id="{D1A12AED-A9DE-42A3-7625-6D569729DFC6}"/>
              </a:ext>
            </a:extLst>
          </p:cNvPr>
          <p:cNvSpPr txBox="1"/>
          <p:nvPr/>
        </p:nvSpPr>
        <p:spPr>
          <a:xfrm>
            <a:off x="6315294" y="5904498"/>
            <a:ext cx="64459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Fabric</a:t>
            </a:r>
          </a:p>
        </p:txBody>
      </p:sp>
      <p:sp>
        <p:nvSpPr>
          <p:cNvPr id="222" name="Rectangle: Rounded Corners 221">
            <a:extLst>
              <a:ext uri="{FF2B5EF4-FFF2-40B4-BE49-F238E27FC236}">
                <a16:creationId xmlns:a16="http://schemas.microsoft.com/office/drawing/2014/main" id="{C1E29AEA-E0F4-6227-5B70-4B2F9E307952}"/>
              </a:ext>
            </a:extLst>
          </p:cNvPr>
          <p:cNvSpPr/>
          <p:nvPr/>
        </p:nvSpPr>
        <p:spPr bwMode="auto">
          <a:xfrm>
            <a:off x="8910665" y="4392796"/>
            <a:ext cx="981047" cy="87484"/>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a:solidFill>
                  <a:srgbClr val="00B050"/>
                </a:solidFill>
                <a:ea typeface="Segoe UI" pitchFamily="34" charset="0"/>
                <a:cs typeface="Segoe UI" pitchFamily="34" charset="0"/>
              </a:rPr>
              <a:t>Azure AI User</a:t>
            </a:r>
            <a:endParaRPr lang="en-US" sz="800" dirty="0" err="1">
              <a:solidFill>
                <a:srgbClr val="00B050"/>
              </a:solidFill>
              <a:ea typeface="Segoe UI" pitchFamily="34" charset="0"/>
              <a:cs typeface="Segoe UI" pitchFamily="34" charset="0"/>
            </a:endParaRPr>
          </a:p>
        </p:txBody>
      </p:sp>
      <p:sp>
        <p:nvSpPr>
          <p:cNvPr id="223" name="Rectangle: Rounded Corners 222">
            <a:extLst>
              <a:ext uri="{FF2B5EF4-FFF2-40B4-BE49-F238E27FC236}">
                <a16:creationId xmlns:a16="http://schemas.microsoft.com/office/drawing/2014/main" id="{CC4358DD-7D7E-509A-9620-36A5C7669426}"/>
              </a:ext>
            </a:extLst>
          </p:cNvPr>
          <p:cNvSpPr/>
          <p:nvPr/>
        </p:nvSpPr>
        <p:spPr bwMode="auto">
          <a:xfrm>
            <a:off x="8621556" y="2979253"/>
            <a:ext cx="1405697"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a:solidFill>
                  <a:srgbClr val="00B050"/>
                </a:solidFill>
                <a:ea typeface="Segoe UI" pitchFamily="34" charset="0"/>
                <a:cs typeface="Segoe UI" pitchFamily="34" charset="0"/>
              </a:rPr>
              <a:t>Cosmos DB </a:t>
            </a:r>
            <a:r>
              <a:rPr lang="fr-FR" sz="800" dirty="0" err="1">
                <a:solidFill>
                  <a:srgbClr val="00B050"/>
                </a:solidFill>
                <a:ea typeface="Segoe UI" pitchFamily="34" charset="0"/>
                <a:cs typeface="Segoe UI" pitchFamily="34" charset="0"/>
              </a:rPr>
              <a:t>Operator</a:t>
            </a:r>
            <a:endParaRPr lang="en-US" sz="800" dirty="0" err="1">
              <a:solidFill>
                <a:srgbClr val="00B050"/>
              </a:solidFill>
              <a:ea typeface="Segoe UI" pitchFamily="34" charset="0"/>
              <a:cs typeface="Segoe UI" pitchFamily="34" charset="0"/>
            </a:endParaRPr>
          </a:p>
        </p:txBody>
      </p:sp>
      <p:sp>
        <p:nvSpPr>
          <p:cNvPr id="224" name="Rectangle: Rounded Corners 223">
            <a:extLst>
              <a:ext uri="{FF2B5EF4-FFF2-40B4-BE49-F238E27FC236}">
                <a16:creationId xmlns:a16="http://schemas.microsoft.com/office/drawing/2014/main" id="{D0CDD8C9-F5CE-351B-D807-048DD9A384F2}"/>
              </a:ext>
            </a:extLst>
          </p:cNvPr>
          <p:cNvSpPr/>
          <p:nvPr/>
        </p:nvSpPr>
        <p:spPr bwMode="auto">
          <a:xfrm>
            <a:off x="8577104" y="1957382"/>
            <a:ext cx="1842707" cy="560082"/>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fr-FR" sz="800" dirty="0" err="1">
                <a:solidFill>
                  <a:srgbClr val="00B050"/>
                </a:solidFill>
                <a:ea typeface="Segoe UI" pitchFamily="34" charset="0"/>
                <a:cs typeface="Segoe UI" pitchFamily="34" charset="0"/>
              </a:rPr>
              <a:t>Search</a:t>
            </a:r>
            <a:r>
              <a:rPr lang="fr-FR" sz="800" dirty="0">
                <a:solidFill>
                  <a:srgbClr val="00B050"/>
                </a:solidFill>
                <a:ea typeface="Segoe UI" pitchFamily="34" charset="0"/>
                <a:cs typeface="Segoe UI" pitchFamily="34" charset="0"/>
              </a:rPr>
              <a:t> Service </a:t>
            </a:r>
            <a:r>
              <a:rPr lang="fr-FR" sz="800" dirty="0" err="1">
                <a:solidFill>
                  <a:srgbClr val="00B050"/>
                </a:solidFill>
                <a:ea typeface="Segoe UI" pitchFamily="34" charset="0"/>
                <a:cs typeface="Segoe UI" pitchFamily="34" charset="0"/>
              </a:rPr>
              <a:t>Contributor</a:t>
            </a:r>
            <a:br>
              <a:rPr lang="fr-FR" sz="800" dirty="0">
                <a:solidFill>
                  <a:srgbClr val="00B050"/>
                </a:solidFill>
                <a:ea typeface="Segoe UI" pitchFamily="34" charset="0"/>
                <a:cs typeface="Segoe UI" pitchFamily="34" charset="0"/>
              </a:rPr>
            </a:br>
            <a:r>
              <a:rPr lang="fr-FR" sz="800" dirty="0" err="1">
                <a:solidFill>
                  <a:srgbClr val="00B050"/>
                </a:solidFill>
                <a:ea typeface="Segoe UI" pitchFamily="34" charset="0"/>
                <a:cs typeface="Segoe UI" pitchFamily="34" charset="0"/>
              </a:rPr>
              <a:t>Search</a:t>
            </a:r>
            <a:r>
              <a:rPr lang="fr-FR" sz="800" dirty="0">
                <a:solidFill>
                  <a:srgbClr val="00B050"/>
                </a:solidFill>
                <a:ea typeface="Segoe UI" pitchFamily="34" charset="0"/>
                <a:cs typeface="Segoe UI" pitchFamily="34" charset="0"/>
              </a:rPr>
              <a:t> Index Data </a:t>
            </a:r>
            <a:r>
              <a:rPr lang="fr-FR" sz="800" dirty="0" err="1">
                <a:solidFill>
                  <a:srgbClr val="00B050"/>
                </a:solidFill>
                <a:ea typeface="Segoe UI" pitchFamily="34" charset="0"/>
                <a:cs typeface="Segoe UI" pitchFamily="34" charset="0"/>
              </a:rPr>
              <a:t>Contributor</a:t>
            </a:r>
            <a:endParaRPr lang="en-US" sz="800" dirty="0" err="1">
              <a:solidFill>
                <a:srgbClr val="00B050"/>
              </a:solidFill>
              <a:ea typeface="Segoe UI" pitchFamily="34" charset="0"/>
              <a:cs typeface="Segoe UI" pitchFamily="34" charset="0"/>
            </a:endParaRPr>
          </a:p>
        </p:txBody>
      </p:sp>
      <p:sp>
        <p:nvSpPr>
          <p:cNvPr id="225" name="Rectangle: Rounded Corners 224">
            <a:extLst>
              <a:ext uri="{FF2B5EF4-FFF2-40B4-BE49-F238E27FC236}">
                <a16:creationId xmlns:a16="http://schemas.microsoft.com/office/drawing/2014/main" id="{5E30F27F-52C6-B390-7139-349ACF399CBE}"/>
              </a:ext>
            </a:extLst>
          </p:cNvPr>
          <p:cNvSpPr/>
          <p:nvPr/>
        </p:nvSpPr>
        <p:spPr bwMode="auto">
          <a:xfrm>
            <a:off x="4697772" y="3662498"/>
            <a:ext cx="1576526"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a:solidFill>
                  <a:srgbClr val="00B050"/>
                </a:solidFill>
                <a:ea typeface="Segoe UI" pitchFamily="34" charset="0"/>
                <a:cs typeface="Segoe UI" pitchFamily="34" charset="0"/>
              </a:rPr>
              <a:t>Key Vault Secrets </a:t>
            </a:r>
            <a:r>
              <a:rPr lang="fr-FR" sz="800" dirty="0" err="1">
                <a:solidFill>
                  <a:srgbClr val="00B050"/>
                </a:solidFill>
                <a:ea typeface="Segoe UI" pitchFamily="34" charset="0"/>
                <a:cs typeface="Segoe UI" pitchFamily="34" charset="0"/>
              </a:rPr>
              <a:t>Officer</a:t>
            </a:r>
            <a:endParaRPr lang="en-US" sz="800" dirty="0" err="1">
              <a:solidFill>
                <a:srgbClr val="00B050"/>
              </a:solidFill>
              <a:ea typeface="Segoe UI" pitchFamily="34" charset="0"/>
              <a:cs typeface="Segoe UI" pitchFamily="34" charset="0"/>
            </a:endParaRPr>
          </a:p>
        </p:txBody>
      </p:sp>
      <p:sp>
        <p:nvSpPr>
          <p:cNvPr id="226" name="Rectangle: Rounded Corners 225">
            <a:extLst>
              <a:ext uri="{FF2B5EF4-FFF2-40B4-BE49-F238E27FC236}">
                <a16:creationId xmlns:a16="http://schemas.microsoft.com/office/drawing/2014/main" id="{B980801E-F1F7-D243-9037-4E13E2B1E6DD}"/>
              </a:ext>
            </a:extLst>
          </p:cNvPr>
          <p:cNvSpPr/>
          <p:nvPr/>
        </p:nvSpPr>
        <p:spPr bwMode="auto">
          <a:xfrm>
            <a:off x="8601448" y="2639157"/>
            <a:ext cx="1993142"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a:solidFill>
                  <a:srgbClr val="00B050"/>
                </a:solidFill>
                <a:ea typeface="Segoe UI" pitchFamily="34" charset="0"/>
                <a:cs typeface="Segoe UI" pitchFamily="34" charset="0"/>
              </a:rPr>
              <a:t>Storage Blob Data </a:t>
            </a:r>
            <a:r>
              <a:rPr lang="fr-FR" sz="800" dirty="0" err="1">
                <a:solidFill>
                  <a:srgbClr val="00B050"/>
                </a:solidFill>
                <a:ea typeface="Segoe UI" pitchFamily="34" charset="0"/>
                <a:cs typeface="Segoe UI" pitchFamily="34" charset="0"/>
              </a:rPr>
              <a:t>Contributor</a:t>
            </a:r>
            <a:endParaRPr lang="en-US" sz="800" dirty="0" err="1">
              <a:solidFill>
                <a:srgbClr val="00B050"/>
              </a:solidFill>
              <a:ea typeface="Segoe UI" pitchFamily="34" charset="0"/>
              <a:cs typeface="Segoe UI" pitchFamily="34" charset="0"/>
            </a:endParaRPr>
          </a:p>
        </p:txBody>
      </p:sp>
      <p:sp>
        <p:nvSpPr>
          <p:cNvPr id="227" name="Rectangle: Rounded Corners 226">
            <a:extLst>
              <a:ext uri="{FF2B5EF4-FFF2-40B4-BE49-F238E27FC236}">
                <a16:creationId xmlns:a16="http://schemas.microsoft.com/office/drawing/2014/main" id="{958FD259-DA3F-7D0D-901E-FBFCF693819A}"/>
              </a:ext>
            </a:extLst>
          </p:cNvPr>
          <p:cNvSpPr/>
          <p:nvPr/>
        </p:nvSpPr>
        <p:spPr bwMode="auto">
          <a:xfrm>
            <a:off x="11143882" y="5473510"/>
            <a:ext cx="1576526"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err="1">
                <a:solidFill>
                  <a:srgbClr val="00B050"/>
                </a:solidFill>
                <a:ea typeface="Segoe UI" pitchFamily="34" charset="0"/>
                <a:cs typeface="Segoe UI" pitchFamily="34" charset="0"/>
              </a:rPr>
              <a:t>Roles</a:t>
            </a:r>
            <a:r>
              <a:rPr lang="fr-FR" sz="800" dirty="0">
                <a:solidFill>
                  <a:srgbClr val="00B050"/>
                </a:solidFill>
                <a:ea typeface="Segoe UI" pitchFamily="34" charset="0"/>
                <a:cs typeface="Segoe UI" pitchFamily="34" charset="0"/>
              </a:rPr>
              <a:t> </a:t>
            </a:r>
            <a:r>
              <a:rPr lang="fr-FR" sz="800" dirty="0" err="1">
                <a:solidFill>
                  <a:srgbClr val="00B050"/>
                </a:solidFill>
                <a:ea typeface="Segoe UI" pitchFamily="34" charset="0"/>
                <a:cs typeface="Segoe UI" pitchFamily="34" charset="0"/>
              </a:rPr>
              <a:t>assigned</a:t>
            </a:r>
            <a:endParaRPr lang="en-US" sz="800" dirty="0" err="1">
              <a:solidFill>
                <a:srgbClr val="00B050"/>
              </a:solidFill>
              <a:ea typeface="Segoe UI" pitchFamily="34" charset="0"/>
              <a:cs typeface="Segoe UI" pitchFamily="34" charset="0"/>
            </a:endParaRPr>
          </a:p>
        </p:txBody>
      </p:sp>
      <p:pic>
        <p:nvPicPr>
          <p:cNvPr id="232" name="Picture 231">
            <a:extLst>
              <a:ext uri="{FF2B5EF4-FFF2-40B4-BE49-F238E27FC236}">
                <a16:creationId xmlns:a16="http://schemas.microsoft.com/office/drawing/2014/main" id="{3D3AB378-4FF0-21AD-8122-7BB2C1C062EE}"/>
              </a:ext>
            </a:extLst>
          </p:cNvPr>
          <p:cNvPicPr>
            <a:picLocks noChangeAspect="1"/>
          </p:cNvPicPr>
          <p:nvPr/>
        </p:nvPicPr>
        <p:blipFill>
          <a:blip r:embed="rId26"/>
          <a:stretch>
            <a:fillRect/>
          </a:stretch>
        </p:blipFill>
        <p:spPr>
          <a:xfrm>
            <a:off x="9894889" y="4268163"/>
            <a:ext cx="210207" cy="208963"/>
          </a:xfrm>
          <a:prstGeom prst="rect">
            <a:avLst/>
          </a:prstGeom>
        </p:spPr>
      </p:pic>
      <p:sp>
        <p:nvSpPr>
          <p:cNvPr id="233" name="TextBox 232">
            <a:extLst>
              <a:ext uri="{FF2B5EF4-FFF2-40B4-BE49-F238E27FC236}">
                <a16:creationId xmlns:a16="http://schemas.microsoft.com/office/drawing/2014/main" id="{7CD66B4E-082E-80F3-03E4-1645F3C95C5C}"/>
              </a:ext>
            </a:extLst>
          </p:cNvPr>
          <p:cNvSpPr txBox="1"/>
          <p:nvPr/>
        </p:nvSpPr>
        <p:spPr>
          <a:xfrm>
            <a:off x="9688150" y="4423247"/>
            <a:ext cx="604112" cy="215444"/>
          </a:xfrm>
          <a:prstGeom prst="rect">
            <a:avLst/>
          </a:prstGeom>
          <a:noFill/>
        </p:spPr>
        <p:txBody>
          <a:bodyPr wrap="square" rtlCol="0">
            <a:spAutoFit/>
          </a:bodyPr>
          <a:lstStyle/>
          <a:p>
            <a:r>
              <a:rPr lang="en-US" sz="800" dirty="0">
                <a:solidFill>
                  <a:schemeClr val="accent1">
                    <a:lumMod val="75000"/>
                  </a:schemeClr>
                </a:solidFill>
              </a:rPr>
              <a:t>Open AI</a:t>
            </a:r>
          </a:p>
        </p:txBody>
      </p:sp>
      <p:sp>
        <p:nvSpPr>
          <p:cNvPr id="3" name="Rectangle 2">
            <a:extLst>
              <a:ext uri="{FF2B5EF4-FFF2-40B4-BE49-F238E27FC236}">
                <a16:creationId xmlns:a16="http://schemas.microsoft.com/office/drawing/2014/main" id="{290104F5-B1D9-7F13-B9BB-205998406C8A}"/>
              </a:ext>
            </a:extLst>
          </p:cNvPr>
          <p:cNvSpPr/>
          <p:nvPr/>
        </p:nvSpPr>
        <p:spPr>
          <a:xfrm>
            <a:off x="8577104" y="1615667"/>
            <a:ext cx="2261277" cy="3424091"/>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4" name="Graphic 3">
            <a:extLst>
              <a:ext uri="{FF2B5EF4-FFF2-40B4-BE49-F238E27FC236}">
                <a16:creationId xmlns:a16="http://schemas.microsoft.com/office/drawing/2014/main" id="{B03B4810-3E47-0D5D-3236-D28E41A5F780}"/>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9769586" y="3657548"/>
            <a:ext cx="374884" cy="374884"/>
          </a:xfrm>
          <a:prstGeom prst="rect">
            <a:avLst/>
          </a:prstGeom>
        </p:spPr>
      </p:pic>
      <p:sp>
        <p:nvSpPr>
          <p:cNvPr id="5" name="TextBox 4">
            <a:extLst>
              <a:ext uri="{FF2B5EF4-FFF2-40B4-BE49-F238E27FC236}">
                <a16:creationId xmlns:a16="http://schemas.microsoft.com/office/drawing/2014/main" id="{20F2DF41-C268-233C-DA12-991809F00960}"/>
              </a:ext>
            </a:extLst>
          </p:cNvPr>
          <p:cNvSpPr txBox="1"/>
          <p:nvPr/>
        </p:nvSpPr>
        <p:spPr>
          <a:xfrm>
            <a:off x="9499471" y="4027948"/>
            <a:ext cx="94471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PostgreSQL</a:t>
            </a:r>
          </a:p>
        </p:txBody>
      </p:sp>
      <p:pic>
        <p:nvPicPr>
          <p:cNvPr id="137" name="Picture 136">
            <a:extLst>
              <a:ext uri="{FF2B5EF4-FFF2-40B4-BE49-F238E27FC236}">
                <a16:creationId xmlns:a16="http://schemas.microsoft.com/office/drawing/2014/main" id="{07BAA40B-9C25-621C-0DC0-F5AEBF73C695}"/>
              </a:ext>
            </a:extLst>
          </p:cNvPr>
          <p:cNvPicPr>
            <a:picLocks noChangeAspect="1"/>
          </p:cNvPicPr>
          <p:nvPr/>
        </p:nvPicPr>
        <p:blipFill>
          <a:blip r:embed="rId28"/>
          <a:stretch>
            <a:fillRect/>
          </a:stretch>
        </p:blipFill>
        <p:spPr>
          <a:xfrm>
            <a:off x="9522225" y="3558266"/>
            <a:ext cx="247361" cy="215444"/>
          </a:xfrm>
          <a:prstGeom prst="rect">
            <a:avLst/>
          </a:prstGeom>
        </p:spPr>
      </p:pic>
      <p:pic>
        <p:nvPicPr>
          <p:cNvPr id="143" name="Picture 142">
            <a:extLst>
              <a:ext uri="{FF2B5EF4-FFF2-40B4-BE49-F238E27FC236}">
                <a16:creationId xmlns:a16="http://schemas.microsoft.com/office/drawing/2014/main" id="{2C0A0875-8CC5-582E-8DA9-4C000E887DEB}"/>
              </a:ext>
            </a:extLst>
          </p:cNvPr>
          <p:cNvPicPr>
            <a:picLocks noChangeAspect="1"/>
          </p:cNvPicPr>
          <p:nvPr/>
        </p:nvPicPr>
        <p:blipFill>
          <a:blip r:embed="rId28"/>
          <a:stretch>
            <a:fillRect/>
          </a:stretch>
        </p:blipFill>
        <p:spPr>
          <a:xfrm>
            <a:off x="9548084" y="4187214"/>
            <a:ext cx="247361" cy="215444"/>
          </a:xfrm>
          <a:prstGeom prst="rect">
            <a:avLst/>
          </a:prstGeom>
        </p:spPr>
      </p:pic>
      <p:pic>
        <p:nvPicPr>
          <p:cNvPr id="145" name="Picture 144">
            <a:extLst>
              <a:ext uri="{FF2B5EF4-FFF2-40B4-BE49-F238E27FC236}">
                <a16:creationId xmlns:a16="http://schemas.microsoft.com/office/drawing/2014/main" id="{A7DF95E4-CA2B-8691-8033-B3E223CED82E}"/>
              </a:ext>
            </a:extLst>
          </p:cNvPr>
          <p:cNvPicPr>
            <a:picLocks noChangeAspect="1"/>
          </p:cNvPicPr>
          <p:nvPr/>
        </p:nvPicPr>
        <p:blipFill>
          <a:blip r:embed="rId28"/>
          <a:stretch>
            <a:fillRect/>
          </a:stretch>
        </p:blipFill>
        <p:spPr>
          <a:xfrm>
            <a:off x="9486615" y="2926495"/>
            <a:ext cx="247361" cy="215444"/>
          </a:xfrm>
          <a:prstGeom prst="rect">
            <a:avLst/>
          </a:prstGeom>
        </p:spPr>
      </p:pic>
      <p:pic>
        <p:nvPicPr>
          <p:cNvPr id="146" name="Picture 145">
            <a:extLst>
              <a:ext uri="{FF2B5EF4-FFF2-40B4-BE49-F238E27FC236}">
                <a16:creationId xmlns:a16="http://schemas.microsoft.com/office/drawing/2014/main" id="{90980305-749C-61C7-8B95-712EF8E054C1}"/>
              </a:ext>
            </a:extLst>
          </p:cNvPr>
          <p:cNvPicPr>
            <a:picLocks noChangeAspect="1"/>
          </p:cNvPicPr>
          <p:nvPr/>
        </p:nvPicPr>
        <p:blipFill>
          <a:blip r:embed="rId28"/>
          <a:stretch>
            <a:fillRect/>
          </a:stretch>
        </p:blipFill>
        <p:spPr>
          <a:xfrm>
            <a:off x="9508998" y="2408857"/>
            <a:ext cx="247361" cy="215444"/>
          </a:xfrm>
          <a:prstGeom prst="rect">
            <a:avLst/>
          </a:prstGeom>
        </p:spPr>
      </p:pic>
      <p:pic>
        <p:nvPicPr>
          <p:cNvPr id="147" name="Picture 146">
            <a:extLst>
              <a:ext uri="{FF2B5EF4-FFF2-40B4-BE49-F238E27FC236}">
                <a16:creationId xmlns:a16="http://schemas.microsoft.com/office/drawing/2014/main" id="{A0A03980-1F59-2CF3-F692-D59FD733256E}"/>
              </a:ext>
            </a:extLst>
          </p:cNvPr>
          <p:cNvPicPr>
            <a:picLocks noChangeAspect="1"/>
          </p:cNvPicPr>
          <p:nvPr/>
        </p:nvPicPr>
        <p:blipFill>
          <a:blip r:embed="rId28"/>
          <a:stretch>
            <a:fillRect/>
          </a:stretch>
        </p:blipFill>
        <p:spPr>
          <a:xfrm>
            <a:off x="9517515" y="1749322"/>
            <a:ext cx="247361" cy="215444"/>
          </a:xfrm>
          <a:prstGeom prst="rect">
            <a:avLst/>
          </a:prstGeom>
        </p:spPr>
      </p:pic>
      <p:sp>
        <p:nvSpPr>
          <p:cNvPr id="148" name="Rectangle 147">
            <a:extLst>
              <a:ext uri="{FF2B5EF4-FFF2-40B4-BE49-F238E27FC236}">
                <a16:creationId xmlns:a16="http://schemas.microsoft.com/office/drawing/2014/main" id="{68C8EB36-C19B-CFFD-C2D8-CC2F2AAFDAA9}"/>
              </a:ext>
            </a:extLst>
          </p:cNvPr>
          <p:cNvSpPr/>
          <p:nvPr/>
        </p:nvSpPr>
        <p:spPr>
          <a:xfrm>
            <a:off x="4039663" y="1615667"/>
            <a:ext cx="4231024" cy="3433097"/>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152" name="Picture 151">
            <a:extLst>
              <a:ext uri="{FF2B5EF4-FFF2-40B4-BE49-F238E27FC236}">
                <a16:creationId xmlns:a16="http://schemas.microsoft.com/office/drawing/2014/main" id="{7C1778BA-9396-7E1F-4A32-3434FC883FF8}"/>
              </a:ext>
            </a:extLst>
          </p:cNvPr>
          <p:cNvPicPr>
            <a:picLocks noChangeAspect="1"/>
          </p:cNvPicPr>
          <p:nvPr/>
        </p:nvPicPr>
        <p:blipFill>
          <a:blip r:embed="rId28"/>
          <a:stretch>
            <a:fillRect/>
          </a:stretch>
        </p:blipFill>
        <p:spPr>
          <a:xfrm>
            <a:off x="4806290" y="3513935"/>
            <a:ext cx="247361" cy="215444"/>
          </a:xfrm>
          <a:prstGeom prst="rect">
            <a:avLst/>
          </a:prstGeom>
        </p:spPr>
      </p:pic>
      <p:pic>
        <p:nvPicPr>
          <p:cNvPr id="174" name="Picture 173">
            <a:extLst>
              <a:ext uri="{FF2B5EF4-FFF2-40B4-BE49-F238E27FC236}">
                <a16:creationId xmlns:a16="http://schemas.microsoft.com/office/drawing/2014/main" id="{618A4A3E-96D2-2758-9C7F-195292DDD659}"/>
              </a:ext>
            </a:extLst>
          </p:cNvPr>
          <p:cNvPicPr>
            <a:picLocks noChangeAspect="1"/>
          </p:cNvPicPr>
          <p:nvPr/>
        </p:nvPicPr>
        <p:blipFill>
          <a:blip r:embed="rId29"/>
          <a:stretch>
            <a:fillRect/>
          </a:stretch>
        </p:blipFill>
        <p:spPr>
          <a:xfrm>
            <a:off x="575035" y="3955817"/>
            <a:ext cx="420239" cy="600159"/>
          </a:xfrm>
          <a:prstGeom prst="rect">
            <a:avLst/>
          </a:prstGeom>
        </p:spPr>
      </p:pic>
      <p:pic>
        <p:nvPicPr>
          <p:cNvPr id="177" name="Graphic 176">
            <a:extLst>
              <a:ext uri="{FF2B5EF4-FFF2-40B4-BE49-F238E27FC236}">
                <a16:creationId xmlns:a16="http://schemas.microsoft.com/office/drawing/2014/main" id="{CD9E0C4E-E133-E233-F9B6-5DB3E7E0465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5290320" y="5883620"/>
            <a:ext cx="289859" cy="289859"/>
          </a:xfrm>
          <a:prstGeom prst="rect">
            <a:avLst/>
          </a:prstGeom>
        </p:spPr>
      </p:pic>
      <p:pic>
        <p:nvPicPr>
          <p:cNvPr id="178" name="Graphic 177">
            <a:extLst>
              <a:ext uri="{FF2B5EF4-FFF2-40B4-BE49-F238E27FC236}">
                <a16:creationId xmlns:a16="http://schemas.microsoft.com/office/drawing/2014/main" id="{2F8602CF-F123-5DF4-C10B-869BCD80B166}"/>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295640" y="6188155"/>
            <a:ext cx="314399" cy="314399"/>
          </a:xfrm>
          <a:prstGeom prst="rect">
            <a:avLst/>
          </a:prstGeom>
        </p:spPr>
      </p:pic>
      <p:pic>
        <p:nvPicPr>
          <p:cNvPr id="179" name="Graphic 178">
            <a:extLst>
              <a:ext uri="{FF2B5EF4-FFF2-40B4-BE49-F238E27FC236}">
                <a16:creationId xmlns:a16="http://schemas.microsoft.com/office/drawing/2014/main" id="{0C68AE8C-1B93-FAFE-CE7B-B82DDBDCFEBA}"/>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4509276" y="5898185"/>
            <a:ext cx="307390" cy="307390"/>
          </a:xfrm>
          <a:prstGeom prst="rect">
            <a:avLst/>
          </a:prstGeom>
        </p:spPr>
      </p:pic>
      <p:pic>
        <p:nvPicPr>
          <p:cNvPr id="180" name="Picture 179">
            <a:extLst>
              <a:ext uri="{FF2B5EF4-FFF2-40B4-BE49-F238E27FC236}">
                <a16:creationId xmlns:a16="http://schemas.microsoft.com/office/drawing/2014/main" id="{ABA57CAD-FF67-24A0-FF31-4243157C6B94}"/>
              </a:ext>
            </a:extLst>
          </p:cNvPr>
          <p:cNvPicPr>
            <a:picLocks noChangeAspect="1"/>
          </p:cNvPicPr>
          <p:nvPr/>
        </p:nvPicPr>
        <p:blipFill>
          <a:blip r:embed="rId26"/>
          <a:stretch>
            <a:fillRect/>
          </a:stretch>
        </p:blipFill>
        <p:spPr>
          <a:xfrm>
            <a:off x="4543221" y="6287110"/>
            <a:ext cx="210207" cy="208963"/>
          </a:xfrm>
          <a:prstGeom prst="rect">
            <a:avLst/>
          </a:prstGeom>
        </p:spPr>
      </p:pic>
      <p:pic>
        <p:nvPicPr>
          <p:cNvPr id="182" name="Graphic 181">
            <a:extLst>
              <a:ext uri="{FF2B5EF4-FFF2-40B4-BE49-F238E27FC236}">
                <a16:creationId xmlns:a16="http://schemas.microsoft.com/office/drawing/2014/main" id="{7B740ECD-DC28-2523-769F-E6DD67F5BA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3672103" y="5873305"/>
            <a:ext cx="351904" cy="351904"/>
          </a:xfrm>
          <a:prstGeom prst="rect">
            <a:avLst/>
          </a:prstGeom>
        </p:spPr>
      </p:pic>
      <p:sp>
        <p:nvSpPr>
          <p:cNvPr id="183" name="TextBox 182">
            <a:extLst>
              <a:ext uri="{FF2B5EF4-FFF2-40B4-BE49-F238E27FC236}">
                <a16:creationId xmlns:a16="http://schemas.microsoft.com/office/drawing/2014/main" id="{25E7602A-960A-E232-FC4B-FFC57C54A46C}"/>
              </a:ext>
            </a:extLst>
          </p:cNvPr>
          <p:cNvSpPr txBox="1"/>
          <p:nvPr/>
        </p:nvSpPr>
        <p:spPr>
          <a:xfrm>
            <a:off x="3979274" y="5870763"/>
            <a:ext cx="75289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Resource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Group</a:t>
            </a:r>
          </a:p>
        </p:txBody>
      </p:sp>
      <p:pic>
        <p:nvPicPr>
          <p:cNvPr id="185" name="Graphic 184">
            <a:extLst>
              <a:ext uri="{FF2B5EF4-FFF2-40B4-BE49-F238E27FC236}">
                <a16:creationId xmlns:a16="http://schemas.microsoft.com/office/drawing/2014/main" id="{1530D81F-CFDE-FD96-5150-CC7DB829831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8417334" y="1471727"/>
            <a:ext cx="351904" cy="351904"/>
          </a:xfrm>
          <a:prstGeom prst="rect">
            <a:avLst/>
          </a:prstGeom>
        </p:spPr>
      </p:pic>
      <p:pic>
        <p:nvPicPr>
          <p:cNvPr id="186" name="Graphic 185">
            <a:extLst>
              <a:ext uri="{FF2B5EF4-FFF2-40B4-BE49-F238E27FC236}">
                <a16:creationId xmlns:a16="http://schemas.microsoft.com/office/drawing/2014/main" id="{C32947AA-4365-45B8-BD9D-0896254BA9C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3870129" y="1439715"/>
            <a:ext cx="351904" cy="351904"/>
          </a:xfrm>
          <a:prstGeom prst="rect">
            <a:avLst/>
          </a:prstGeom>
        </p:spPr>
      </p:pic>
      <p:sp>
        <p:nvSpPr>
          <p:cNvPr id="187" name="TextBox 186">
            <a:extLst>
              <a:ext uri="{FF2B5EF4-FFF2-40B4-BE49-F238E27FC236}">
                <a16:creationId xmlns:a16="http://schemas.microsoft.com/office/drawing/2014/main" id="{A2B943AF-F8A3-7BAE-4EB5-42D0FA6918BE}"/>
              </a:ext>
            </a:extLst>
          </p:cNvPr>
          <p:cNvSpPr txBox="1"/>
          <p:nvPr/>
        </p:nvSpPr>
        <p:spPr>
          <a:xfrm>
            <a:off x="4716467" y="5919164"/>
            <a:ext cx="752896"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00BCF2">
                    <a:lumMod val="50000"/>
                  </a:srgbClr>
                </a:solidFill>
                <a:effectLst/>
                <a:uLnTx/>
                <a:uFillTx/>
                <a:latin typeface="Segoe UI"/>
                <a:ea typeface="+mn-ea"/>
                <a:cs typeface="+mn-cs"/>
              </a:rPr>
              <a:t>Postgresql</a:t>
            </a: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sp>
        <p:nvSpPr>
          <p:cNvPr id="190" name="TextBox 189">
            <a:extLst>
              <a:ext uri="{FF2B5EF4-FFF2-40B4-BE49-F238E27FC236}">
                <a16:creationId xmlns:a16="http://schemas.microsoft.com/office/drawing/2014/main" id="{8704E3F7-B078-8440-39BF-506252EBBCB6}"/>
              </a:ext>
            </a:extLst>
          </p:cNvPr>
          <p:cNvSpPr txBox="1"/>
          <p:nvPr/>
        </p:nvSpPr>
        <p:spPr>
          <a:xfrm>
            <a:off x="4716733" y="6242585"/>
            <a:ext cx="752896"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OpenAI</a:t>
            </a:r>
          </a:p>
        </p:txBody>
      </p:sp>
      <p:sp>
        <p:nvSpPr>
          <p:cNvPr id="191" name="TextBox 190">
            <a:extLst>
              <a:ext uri="{FF2B5EF4-FFF2-40B4-BE49-F238E27FC236}">
                <a16:creationId xmlns:a16="http://schemas.microsoft.com/office/drawing/2014/main" id="{3F6878D3-94E9-939F-5DFC-0F6F7C9CADB6}"/>
              </a:ext>
            </a:extLst>
          </p:cNvPr>
          <p:cNvSpPr txBox="1"/>
          <p:nvPr/>
        </p:nvSpPr>
        <p:spPr>
          <a:xfrm>
            <a:off x="5520437" y="6253158"/>
            <a:ext cx="752896"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00BCF2">
                    <a:lumMod val="50000"/>
                  </a:srgbClr>
                </a:solidFill>
                <a:effectLst/>
                <a:uLnTx/>
                <a:uFillTx/>
                <a:latin typeface="Segoe UI"/>
                <a:ea typeface="+mn-ea"/>
                <a:cs typeface="+mn-cs"/>
              </a:rPr>
              <a:t>CosmosDB</a:t>
            </a: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sp>
        <p:nvSpPr>
          <p:cNvPr id="192" name="TextBox 191">
            <a:extLst>
              <a:ext uri="{FF2B5EF4-FFF2-40B4-BE49-F238E27FC236}">
                <a16:creationId xmlns:a16="http://schemas.microsoft.com/office/drawing/2014/main" id="{50B11106-CA62-4499-4F05-64FB4EF706AE}"/>
              </a:ext>
            </a:extLst>
          </p:cNvPr>
          <p:cNvSpPr txBox="1"/>
          <p:nvPr/>
        </p:nvSpPr>
        <p:spPr>
          <a:xfrm>
            <a:off x="5512575" y="5924889"/>
            <a:ext cx="752896"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AI Search</a:t>
            </a:r>
          </a:p>
        </p:txBody>
      </p:sp>
      <p:sp>
        <p:nvSpPr>
          <p:cNvPr id="197" name="TextBox 196">
            <a:extLst>
              <a:ext uri="{FF2B5EF4-FFF2-40B4-BE49-F238E27FC236}">
                <a16:creationId xmlns:a16="http://schemas.microsoft.com/office/drawing/2014/main" id="{A5844B70-F412-1A96-10DD-25DE213D037F}"/>
              </a:ext>
            </a:extLst>
          </p:cNvPr>
          <p:cNvSpPr txBox="1"/>
          <p:nvPr/>
        </p:nvSpPr>
        <p:spPr>
          <a:xfrm>
            <a:off x="4158964" y="1636766"/>
            <a:ext cx="1115092" cy="338554"/>
          </a:xfrm>
          <a:prstGeom prst="rect">
            <a:avLst/>
          </a:prstGeom>
          <a:noFill/>
        </p:spPr>
        <p:txBody>
          <a:bodyPr wrap="square" rtlCol="0">
            <a:spAutoFit/>
          </a:bodyPr>
          <a:lstStyle/>
          <a:p>
            <a:r>
              <a:rPr lang="en-US" sz="800" dirty="0">
                <a:solidFill>
                  <a:schemeClr val="accent1">
                    <a:lumMod val="75000"/>
                  </a:schemeClr>
                </a:solidFill>
              </a:rPr>
              <a:t>public Fabric resource group </a:t>
            </a:r>
          </a:p>
        </p:txBody>
      </p:sp>
      <p:sp>
        <p:nvSpPr>
          <p:cNvPr id="205" name="TextBox 204">
            <a:extLst>
              <a:ext uri="{FF2B5EF4-FFF2-40B4-BE49-F238E27FC236}">
                <a16:creationId xmlns:a16="http://schemas.microsoft.com/office/drawing/2014/main" id="{0D4FEFA1-3E82-7C1A-7B43-75051AB992DC}"/>
              </a:ext>
            </a:extLst>
          </p:cNvPr>
          <p:cNvSpPr txBox="1"/>
          <p:nvPr/>
        </p:nvSpPr>
        <p:spPr>
          <a:xfrm>
            <a:off x="8730084" y="1583903"/>
            <a:ext cx="1115092" cy="338554"/>
          </a:xfrm>
          <a:prstGeom prst="rect">
            <a:avLst/>
          </a:prstGeom>
          <a:noFill/>
        </p:spPr>
        <p:txBody>
          <a:bodyPr wrap="square" rtlCol="0">
            <a:spAutoFit/>
          </a:bodyPr>
          <a:lstStyle/>
          <a:p>
            <a:r>
              <a:rPr lang="en-US" sz="800" dirty="0">
                <a:solidFill>
                  <a:schemeClr val="accent1">
                    <a:lumMod val="75000"/>
                  </a:schemeClr>
                </a:solidFill>
              </a:rPr>
              <a:t>public data source resource group </a:t>
            </a:r>
          </a:p>
        </p:txBody>
      </p:sp>
      <p:pic>
        <p:nvPicPr>
          <p:cNvPr id="207" name="Picture 206">
            <a:extLst>
              <a:ext uri="{FF2B5EF4-FFF2-40B4-BE49-F238E27FC236}">
                <a16:creationId xmlns:a16="http://schemas.microsoft.com/office/drawing/2014/main" id="{619BC5C7-36B0-314B-4064-1EEFF7C0FE09}"/>
              </a:ext>
            </a:extLst>
          </p:cNvPr>
          <p:cNvPicPr>
            <a:picLocks noChangeAspect="1"/>
          </p:cNvPicPr>
          <p:nvPr/>
        </p:nvPicPr>
        <p:blipFill>
          <a:blip r:embed="rId31"/>
          <a:stretch>
            <a:fillRect/>
          </a:stretch>
        </p:blipFill>
        <p:spPr>
          <a:xfrm>
            <a:off x="3698231" y="6263676"/>
            <a:ext cx="297928" cy="338554"/>
          </a:xfrm>
          <a:prstGeom prst="rect">
            <a:avLst/>
          </a:prstGeom>
        </p:spPr>
      </p:pic>
      <p:sp>
        <p:nvSpPr>
          <p:cNvPr id="208" name="TextBox 207">
            <a:extLst>
              <a:ext uri="{FF2B5EF4-FFF2-40B4-BE49-F238E27FC236}">
                <a16:creationId xmlns:a16="http://schemas.microsoft.com/office/drawing/2014/main" id="{5768DF2B-B6ED-2711-D27C-D3BF94488F45}"/>
              </a:ext>
            </a:extLst>
          </p:cNvPr>
          <p:cNvSpPr txBox="1"/>
          <p:nvPr/>
        </p:nvSpPr>
        <p:spPr>
          <a:xfrm>
            <a:off x="3905506" y="6246798"/>
            <a:ext cx="73075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 Gateway</a:t>
            </a:r>
          </a:p>
        </p:txBody>
      </p:sp>
    </p:spTree>
    <p:extLst>
      <p:ext uri="{BB962C8B-B14F-4D97-AF65-F5344CB8AC3E}">
        <p14:creationId xmlns:p14="http://schemas.microsoft.com/office/powerpoint/2010/main" val="77497624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34044-B377-F4D5-4B36-84E1CCE1D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E13BC-A965-57CE-6BDD-35634DAAB466}"/>
              </a:ext>
            </a:extLst>
          </p:cNvPr>
          <p:cNvSpPr>
            <a:spLocks noGrp="1"/>
          </p:cNvSpPr>
          <p:nvPr>
            <p:ph type="title"/>
          </p:nvPr>
        </p:nvSpPr>
        <p:spPr>
          <a:xfrm>
            <a:off x="381000" y="457200"/>
            <a:ext cx="11430000" cy="553998"/>
          </a:xfrm>
        </p:spPr>
        <p:txBody>
          <a:bodyPr/>
          <a:lstStyle/>
          <a:p>
            <a:r>
              <a:rPr lang="en-US" dirty="0">
                <a:cs typeface="Segoe UI"/>
              </a:rPr>
              <a:t>Private deployment</a:t>
            </a:r>
            <a:endParaRPr lang="en-US" dirty="0"/>
          </a:p>
        </p:txBody>
      </p:sp>
      <p:sp>
        <p:nvSpPr>
          <p:cNvPr id="237" name="Rectangle 236">
            <a:extLst>
              <a:ext uri="{FF2B5EF4-FFF2-40B4-BE49-F238E27FC236}">
                <a16:creationId xmlns:a16="http://schemas.microsoft.com/office/drawing/2014/main" id="{EA32C87E-0499-C4CD-D776-3F671CCA81BE}"/>
              </a:ext>
            </a:extLst>
          </p:cNvPr>
          <p:cNvSpPr/>
          <p:nvPr/>
        </p:nvSpPr>
        <p:spPr>
          <a:xfrm>
            <a:off x="2288779" y="1304746"/>
            <a:ext cx="9766878" cy="4013764"/>
          </a:xfrm>
          <a:prstGeom prst="rect">
            <a:avLst/>
          </a:prstGeom>
          <a:noFill/>
          <a:ln>
            <a:solidFill>
              <a:srgbClr val="7030A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grpSp>
        <p:nvGrpSpPr>
          <p:cNvPr id="238" name="Group 237">
            <a:extLst>
              <a:ext uri="{FF2B5EF4-FFF2-40B4-BE49-F238E27FC236}">
                <a16:creationId xmlns:a16="http://schemas.microsoft.com/office/drawing/2014/main" id="{FFDDC8C9-E248-0393-83A1-CF52472EFB64}"/>
              </a:ext>
            </a:extLst>
          </p:cNvPr>
          <p:cNvGrpSpPr/>
          <p:nvPr/>
        </p:nvGrpSpPr>
        <p:grpSpPr>
          <a:xfrm>
            <a:off x="2322845" y="1452868"/>
            <a:ext cx="815204" cy="1290193"/>
            <a:chOff x="10831462" y="349497"/>
            <a:chExt cx="815204" cy="1290193"/>
          </a:xfrm>
        </p:grpSpPr>
        <p:pic>
          <p:nvPicPr>
            <p:cNvPr id="239" name="Picture 238">
              <a:extLst>
                <a:ext uri="{FF2B5EF4-FFF2-40B4-BE49-F238E27FC236}">
                  <a16:creationId xmlns:a16="http://schemas.microsoft.com/office/drawing/2014/main" id="{E36ABD41-EB9F-E7B8-6343-276192D6CE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2816" y="349497"/>
              <a:ext cx="432497" cy="432497"/>
            </a:xfrm>
            <a:prstGeom prst="rect">
              <a:avLst/>
            </a:prstGeom>
          </p:spPr>
        </p:pic>
        <p:sp>
          <p:nvSpPr>
            <p:cNvPr id="240" name="TextBox 239">
              <a:extLst>
                <a:ext uri="{FF2B5EF4-FFF2-40B4-BE49-F238E27FC236}">
                  <a16:creationId xmlns:a16="http://schemas.microsoft.com/office/drawing/2014/main" id="{598E6146-4691-C6E7-91B6-FC7C8DC67690}"/>
                </a:ext>
              </a:extLst>
            </p:cNvPr>
            <p:cNvSpPr txBox="1"/>
            <p:nvPr/>
          </p:nvSpPr>
          <p:spPr>
            <a:xfrm>
              <a:off x="10831462" y="808693"/>
              <a:ext cx="815204"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Microsoft Entra ID</a:t>
              </a:r>
              <a:b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Siemens</a:t>
              </a:r>
              <a:b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Tenant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41" name="Graphic 240">
            <a:extLst>
              <a:ext uri="{FF2B5EF4-FFF2-40B4-BE49-F238E27FC236}">
                <a16:creationId xmlns:a16="http://schemas.microsoft.com/office/drawing/2014/main" id="{C9EE0828-9FFD-1428-FDC5-3F6EA0B690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83225" y="4295899"/>
            <a:ext cx="440399" cy="440399"/>
          </a:xfrm>
          <a:prstGeom prst="rect">
            <a:avLst/>
          </a:prstGeom>
        </p:spPr>
      </p:pic>
      <p:pic>
        <p:nvPicPr>
          <p:cNvPr id="242" name="Picture 241">
            <a:extLst>
              <a:ext uri="{FF2B5EF4-FFF2-40B4-BE49-F238E27FC236}">
                <a16:creationId xmlns:a16="http://schemas.microsoft.com/office/drawing/2014/main" id="{E451FDD7-5E76-1137-8832-BC73E0E2A5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94402" y="4720891"/>
            <a:ext cx="461560" cy="461560"/>
          </a:xfrm>
          <a:prstGeom prst="rect">
            <a:avLst/>
          </a:prstGeom>
        </p:spPr>
      </p:pic>
      <p:sp>
        <p:nvSpPr>
          <p:cNvPr id="243" name="TextBox 242">
            <a:extLst>
              <a:ext uri="{FF2B5EF4-FFF2-40B4-BE49-F238E27FC236}">
                <a16:creationId xmlns:a16="http://schemas.microsoft.com/office/drawing/2014/main" id="{EE8F9475-ABF5-87B1-622D-FD88B26573B5}"/>
              </a:ext>
            </a:extLst>
          </p:cNvPr>
          <p:cNvSpPr txBox="1"/>
          <p:nvPr/>
        </p:nvSpPr>
        <p:spPr>
          <a:xfrm>
            <a:off x="11125342" y="1405934"/>
            <a:ext cx="777102" cy="338554"/>
          </a:xfrm>
          <a:prstGeom prst="rect">
            <a:avLst/>
          </a:prstGeom>
          <a:solidFill>
            <a:schemeClr val="bg1">
              <a:lumMod val="8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t>Azure </a:t>
            </a:r>
            <a:b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25000"/>
                  </a:srgbClr>
                </a:solidFill>
                <a:effectLst/>
                <a:uLnTx/>
                <a:uFillTx/>
                <a:latin typeface="Segoe UI"/>
                <a:ea typeface="+mn-ea"/>
                <a:cs typeface="+mn-cs"/>
              </a:rPr>
              <a:t>Subscription</a:t>
            </a:r>
          </a:p>
        </p:txBody>
      </p:sp>
      <p:sp>
        <p:nvSpPr>
          <p:cNvPr id="244" name="Rectangle 243">
            <a:extLst>
              <a:ext uri="{FF2B5EF4-FFF2-40B4-BE49-F238E27FC236}">
                <a16:creationId xmlns:a16="http://schemas.microsoft.com/office/drawing/2014/main" id="{15566165-907A-BA0C-FF3D-BCE478FE0A6B}"/>
              </a:ext>
            </a:extLst>
          </p:cNvPr>
          <p:cNvSpPr/>
          <p:nvPr/>
        </p:nvSpPr>
        <p:spPr>
          <a:xfrm>
            <a:off x="3086099" y="1407680"/>
            <a:ext cx="8807083" cy="3819458"/>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sp>
        <p:nvSpPr>
          <p:cNvPr id="298" name="TextBox 297">
            <a:extLst>
              <a:ext uri="{FF2B5EF4-FFF2-40B4-BE49-F238E27FC236}">
                <a16:creationId xmlns:a16="http://schemas.microsoft.com/office/drawing/2014/main" id="{70083F0A-E0AC-BF21-0F29-EFF7FE920AC2}"/>
              </a:ext>
            </a:extLst>
          </p:cNvPr>
          <p:cNvSpPr txBox="1"/>
          <p:nvPr/>
        </p:nvSpPr>
        <p:spPr>
          <a:xfrm>
            <a:off x="8478997" y="2245406"/>
            <a:ext cx="90325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Search</a:t>
            </a:r>
          </a:p>
        </p:txBody>
      </p:sp>
      <p:pic>
        <p:nvPicPr>
          <p:cNvPr id="299" name="Graphic 298">
            <a:extLst>
              <a:ext uri="{FF2B5EF4-FFF2-40B4-BE49-F238E27FC236}">
                <a16:creationId xmlns:a16="http://schemas.microsoft.com/office/drawing/2014/main" id="{4370FF5B-9A5E-D9CE-B026-4B494A3391F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40599" y="2551667"/>
            <a:ext cx="247981" cy="247981"/>
          </a:xfrm>
          <a:prstGeom prst="rect">
            <a:avLst/>
          </a:prstGeom>
        </p:spPr>
      </p:pic>
      <p:pic>
        <p:nvPicPr>
          <p:cNvPr id="300" name="Graphic 299">
            <a:extLst>
              <a:ext uri="{FF2B5EF4-FFF2-40B4-BE49-F238E27FC236}">
                <a16:creationId xmlns:a16="http://schemas.microsoft.com/office/drawing/2014/main" id="{D33F6E53-8C7D-A98C-3F82-BD3258AADE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428402" y="3661174"/>
            <a:ext cx="340165" cy="340165"/>
          </a:xfrm>
          <a:prstGeom prst="rect">
            <a:avLst/>
          </a:prstGeom>
        </p:spPr>
      </p:pic>
      <p:sp>
        <p:nvSpPr>
          <p:cNvPr id="301" name="TextBox 300">
            <a:extLst>
              <a:ext uri="{FF2B5EF4-FFF2-40B4-BE49-F238E27FC236}">
                <a16:creationId xmlns:a16="http://schemas.microsoft.com/office/drawing/2014/main" id="{2B26E4AD-C113-B0AA-B36D-EB77FA15C4E8}"/>
              </a:ext>
            </a:extLst>
          </p:cNvPr>
          <p:cNvSpPr txBox="1"/>
          <p:nvPr/>
        </p:nvSpPr>
        <p:spPr>
          <a:xfrm>
            <a:off x="8471941" y="2807415"/>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Storage</a:t>
            </a:r>
          </a:p>
        </p:txBody>
      </p:sp>
      <p:sp>
        <p:nvSpPr>
          <p:cNvPr id="302" name="TextBox 301">
            <a:extLst>
              <a:ext uri="{FF2B5EF4-FFF2-40B4-BE49-F238E27FC236}">
                <a16:creationId xmlns:a16="http://schemas.microsoft.com/office/drawing/2014/main" id="{AAE0D2A6-3BA3-5B18-1C74-87F2019540F9}"/>
              </a:ext>
            </a:extLst>
          </p:cNvPr>
          <p:cNvSpPr txBox="1"/>
          <p:nvPr/>
        </p:nvSpPr>
        <p:spPr>
          <a:xfrm>
            <a:off x="4201291" y="3954864"/>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sp>
        <p:nvSpPr>
          <p:cNvPr id="304" name="TextBox 303">
            <a:extLst>
              <a:ext uri="{FF2B5EF4-FFF2-40B4-BE49-F238E27FC236}">
                <a16:creationId xmlns:a16="http://schemas.microsoft.com/office/drawing/2014/main" id="{3CAC39DD-48B4-6729-999F-35D75B594EE7}"/>
              </a:ext>
            </a:extLst>
          </p:cNvPr>
          <p:cNvSpPr txBox="1"/>
          <p:nvPr/>
        </p:nvSpPr>
        <p:spPr>
          <a:xfrm>
            <a:off x="8392994" y="3454553"/>
            <a:ext cx="73075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Cosmos DB</a:t>
            </a:r>
          </a:p>
        </p:txBody>
      </p:sp>
      <p:sp>
        <p:nvSpPr>
          <p:cNvPr id="310" name="TextBox 309">
            <a:extLst>
              <a:ext uri="{FF2B5EF4-FFF2-40B4-BE49-F238E27FC236}">
                <a16:creationId xmlns:a16="http://schemas.microsoft.com/office/drawing/2014/main" id="{A15779A8-00AD-BCDC-9F9A-DBDF27C60F38}"/>
              </a:ext>
            </a:extLst>
          </p:cNvPr>
          <p:cNvSpPr txBox="1"/>
          <p:nvPr/>
        </p:nvSpPr>
        <p:spPr>
          <a:xfrm>
            <a:off x="8346437" y="4744093"/>
            <a:ext cx="69556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Microsoft</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Foundry</a:t>
            </a:r>
          </a:p>
        </p:txBody>
      </p:sp>
      <p:pic>
        <p:nvPicPr>
          <p:cNvPr id="318" name="Picture 317">
            <a:extLst>
              <a:ext uri="{FF2B5EF4-FFF2-40B4-BE49-F238E27FC236}">
                <a16:creationId xmlns:a16="http://schemas.microsoft.com/office/drawing/2014/main" id="{9AF53353-07AC-5FE6-6D94-233BFF100151}"/>
              </a:ext>
            </a:extLst>
          </p:cNvPr>
          <p:cNvPicPr>
            <a:picLocks noChangeAspect="1"/>
          </p:cNvPicPr>
          <p:nvPr/>
        </p:nvPicPr>
        <p:blipFill>
          <a:blip r:embed="rId8"/>
          <a:stretch>
            <a:fillRect/>
          </a:stretch>
        </p:blipFill>
        <p:spPr>
          <a:xfrm>
            <a:off x="220746" y="5393890"/>
            <a:ext cx="1726363" cy="1333230"/>
          </a:xfrm>
          <a:prstGeom prst="rect">
            <a:avLst/>
          </a:prstGeom>
        </p:spPr>
      </p:pic>
      <p:pic>
        <p:nvPicPr>
          <p:cNvPr id="344" name="Picture 343">
            <a:extLst>
              <a:ext uri="{FF2B5EF4-FFF2-40B4-BE49-F238E27FC236}">
                <a16:creationId xmlns:a16="http://schemas.microsoft.com/office/drawing/2014/main" id="{80AFA56E-8C9B-0F7E-1B24-5C3E40D7CBFB}"/>
              </a:ext>
            </a:extLst>
          </p:cNvPr>
          <p:cNvPicPr>
            <a:picLocks noChangeAspect="1"/>
          </p:cNvPicPr>
          <p:nvPr/>
        </p:nvPicPr>
        <p:blipFill>
          <a:blip r:embed="rId9"/>
          <a:stretch>
            <a:fillRect/>
          </a:stretch>
        </p:blipFill>
        <p:spPr>
          <a:xfrm>
            <a:off x="199561" y="4038407"/>
            <a:ext cx="1823558" cy="1069513"/>
          </a:xfrm>
          <a:prstGeom prst="rect">
            <a:avLst/>
          </a:prstGeom>
        </p:spPr>
      </p:pic>
      <p:sp>
        <p:nvSpPr>
          <p:cNvPr id="16" name="TextBox 15">
            <a:extLst>
              <a:ext uri="{FF2B5EF4-FFF2-40B4-BE49-F238E27FC236}">
                <a16:creationId xmlns:a16="http://schemas.microsoft.com/office/drawing/2014/main" id="{5DBA3056-467E-8F34-FD4B-ED0A9605BCD3}"/>
              </a:ext>
            </a:extLst>
          </p:cNvPr>
          <p:cNvSpPr txBox="1"/>
          <p:nvPr/>
        </p:nvSpPr>
        <p:spPr>
          <a:xfrm>
            <a:off x="9899979" y="6232188"/>
            <a:ext cx="78162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Databricks Cluster</a:t>
            </a:r>
          </a:p>
        </p:txBody>
      </p:sp>
      <p:sp>
        <p:nvSpPr>
          <p:cNvPr id="17" name="TextBox 16">
            <a:extLst>
              <a:ext uri="{FF2B5EF4-FFF2-40B4-BE49-F238E27FC236}">
                <a16:creationId xmlns:a16="http://schemas.microsoft.com/office/drawing/2014/main" id="{C292BD38-251A-DF17-DE2E-D015555916F0}"/>
              </a:ext>
            </a:extLst>
          </p:cNvPr>
          <p:cNvSpPr txBox="1"/>
          <p:nvPr/>
        </p:nvSpPr>
        <p:spPr>
          <a:xfrm>
            <a:off x="11111554" y="6232188"/>
            <a:ext cx="78162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 Lake Store</a:t>
            </a:r>
          </a:p>
        </p:txBody>
      </p:sp>
      <p:sp>
        <p:nvSpPr>
          <p:cNvPr id="18" name="TextBox 17">
            <a:extLst>
              <a:ext uri="{FF2B5EF4-FFF2-40B4-BE49-F238E27FC236}">
                <a16:creationId xmlns:a16="http://schemas.microsoft.com/office/drawing/2014/main" id="{8D1E7945-98BB-A6DC-6E2E-5E84E901B9DB}"/>
              </a:ext>
            </a:extLst>
          </p:cNvPr>
          <p:cNvSpPr txBox="1"/>
          <p:nvPr/>
        </p:nvSpPr>
        <p:spPr>
          <a:xfrm>
            <a:off x="8499140" y="6287110"/>
            <a:ext cx="6799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pic>
        <p:nvPicPr>
          <p:cNvPr id="19" name="Graphic 18">
            <a:extLst>
              <a:ext uri="{FF2B5EF4-FFF2-40B4-BE49-F238E27FC236}">
                <a16:creationId xmlns:a16="http://schemas.microsoft.com/office/drawing/2014/main" id="{6795CB16-EDC7-DF21-C0A3-C5ACC692695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219708" y="5685787"/>
            <a:ext cx="430887" cy="430887"/>
          </a:xfrm>
          <a:prstGeom prst="rect">
            <a:avLst/>
          </a:prstGeom>
        </p:spPr>
      </p:pic>
      <p:sp>
        <p:nvSpPr>
          <p:cNvPr id="20" name="TextBox 19">
            <a:extLst>
              <a:ext uri="{FF2B5EF4-FFF2-40B4-BE49-F238E27FC236}">
                <a16:creationId xmlns:a16="http://schemas.microsoft.com/office/drawing/2014/main" id="{9E578CE6-D534-CD9B-A7CD-3EB6E12D538F}"/>
              </a:ext>
            </a:extLst>
          </p:cNvPr>
          <p:cNvSpPr txBox="1"/>
          <p:nvPr/>
        </p:nvSpPr>
        <p:spPr>
          <a:xfrm>
            <a:off x="9011860" y="5675033"/>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DevOps Pipeline</a:t>
            </a:r>
          </a:p>
        </p:txBody>
      </p:sp>
      <p:pic>
        <p:nvPicPr>
          <p:cNvPr id="21" name="Graphic 20">
            <a:extLst>
              <a:ext uri="{FF2B5EF4-FFF2-40B4-BE49-F238E27FC236}">
                <a16:creationId xmlns:a16="http://schemas.microsoft.com/office/drawing/2014/main" id="{BCA28DBB-646D-2323-16F6-81DA80A9199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858069" y="5668891"/>
            <a:ext cx="428342" cy="428342"/>
          </a:xfrm>
          <a:prstGeom prst="rect">
            <a:avLst/>
          </a:prstGeom>
        </p:spPr>
      </p:pic>
      <p:sp>
        <p:nvSpPr>
          <p:cNvPr id="22" name="TextBox 21">
            <a:extLst>
              <a:ext uri="{FF2B5EF4-FFF2-40B4-BE49-F238E27FC236}">
                <a16:creationId xmlns:a16="http://schemas.microsoft.com/office/drawing/2014/main" id="{2BFCD252-3D06-90AC-EBF6-673ADCB82AAB}"/>
              </a:ext>
            </a:extLst>
          </p:cNvPr>
          <p:cNvSpPr txBox="1"/>
          <p:nvPr/>
        </p:nvSpPr>
        <p:spPr>
          <a:xfrm>
            <a:off x="11261692" y="5678758"/>
            <a:ext cx="48908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Git Repo</a:t>
            </a:r>
          </a:p>
        </p:txBody>
      </p:sp>
      <p:pic>
        <p:nvPicPr>
          <p:cNvPr id="23" name="Graphic 22">
            <a:extLst>
              <a:ext uri="{FF2B5EF4-FFF2-40B4-BE49-F238E27FC236}">
                <a16:creationId xmlns:a16="http://schemas.microsoft.com/office/drawing/2014/main" id="{214BF0A2-695A-D121-CD85-D195283C6BB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764975" y="5656171"/>
            <a:ext cx="428342" cy="428342"/>
          </a:xfrm>
          <a:prstGeom prst="rect">
            <a:avLst/>
          </a:prstGeom>
        </p:spPr>
      </p:pic>
      <p:sp>
        <p:nvSpPr>
          <p:cNvPr id="24" name="TextBox 23">
            <a:extLst>
              <a:ext uri="{FF2B5EF4-FFF2-40B4-BE49-F238E27FC236}">
                <a16:creationId xmlns:a16="http://schemas.microsoft.com/office/drawing/2014/main" id="{494D24EB-F727-DB57-9CD2-EE57350F8DA3}"/>
              </a:ext>
            </a:extLst>
          </p:cNvPr>
          <p:cNvSpPr txBox="1"/>
          <p:nvPr/>
        </p:nvSpPr>
        <p:spPr>
          <a:xfrm>
            <a:off x="10164351" y="5708780"/>
            <a:ext cx="71035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Artifacts</a:t>
            </a:r>
          </a:p>
        </p:txBody>
      </p:sp>
      <p:pic>
        <p:nvPicPr>
          <p:cNvPr id="25" name="Graphic 24">
            <a:extLst>
              <a:ext uri="{FF2B5EF4-FFF2-40B4-BE49-F238E27FC236}">
                <a16:creationId xmlns:a16="http://schemas.microsoft.com/office/drawing/2014/main" id="{C3997E87-751E-1A06-6313-6406E82040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17974" y="5673762"/>
            <a:ext cx="440399" cy="440399"/>
          </a:xfrm>
          <a:prstGeom prst="rect">
            <a:avLst/>
          </a:prstGeom>
        </p:spPr>
      </p:pic>
      <p:sp>
        <p:nvSpPr>
          <p:cNvPr id="26" name="TextBox 25">
            <a:extLst>
              <a:ext uri="{FF2B5EF4-FFF2-40B4-BE49-F238E27FC236}">
                <a16:creationId xmlns:a16="http://schemas.microsoft.com/office/drawing/2014/main" id="{34B30911-614E-BCD4-01BC-12CC2F929553}"/>
              </a:ext>
            </a:extLst>
          </p:cNvPr>
          <p:cNvSpPr txBox="1"/>
          <p:nvPr/>
        </p:nvSpPr>
        <p:spPr>
          <a:xfrm>
            <a:off x="8601448" y="5685250"/>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DevOps</a:t>
            </a:r>
          </a:p>
        </p:txBody>
      </p:sp>
      <p:cxnSp>
        <p:nvCxnSpPr>
          <p:cNvPr id="27" name="Straight Connector 26">
            <a:extLst>
              <a:ext uri="{FF2B5EF4-FFF2-40B4-BE49-F238E27FC236}">
                <a16:creationId xmlns:a16="http://schemas.microsoft.com/office/drawing/2014/main" id="{9C40B0CB-909B-7249-CF7F-652C6CA24B30}"/>
              </a:ext>
            </a:extLst>
          </p:cNvPr>
          <p:cNvCxnSpPr>
            <a:cxnSpLocks/>
          </p:cNvCxnSpPr>
          <p:nvPr/>
        </p:nvCxnSpPr>
        <p:spPr>
          <a:xfrm>
            <a:off x="9188902" y="5647750"/>
            <a:ext cx="0" cy="511199"/>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FB142E8-D4DF-985C-456E-41696D9EE11B}"/>
              </a:ext>
            </a:extLst>
          </p:cNvPr>
          <p:cNvSpPr txBox="1"/>
          <p:nvPr/>
        </p:nvSpPr>
        <p:spPr>
          <a:xfrm>
            <a:off x="8806652" y="6252965"/>
            <a:ext cx="67996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Machine</a:t>
            </a:r>
          </a:p>
        </p:txBody>
      </p:sp>
      <p:pic>
        <p:nvPicPr>
          <p:cNvPr id="29" name="Graphic 28">
            <a:extLst>
              <a:ext uri="{FF2B5EF4-FFF2-40B4-BE49-F238E27FC236}">
                <a16:creationId xmlns:a16="http://schemas.microsoft.com/office/drawing/2014/main" id="{8BD6F9B3-5176-DB2A-2FBA-AD9A74C71D7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474976" y="6223452"/>
            <a:ext cx="432499" cy="457940"/>
          </a:xfrm>
          <a:prstGeom prst="rect">
            <a:avLst/>
          </a:prstGeom>
        </p:spPr>
      </p:pic>
      <p:pic>
        <p:nvPicPr>
          <p:cNvPr id="30" name="Graphic 29">
            <a:extLst>
              <a:ext uri="{FF2B5EF4-FFF2-40B4-BE49-F238E27FC236}">
                <a16:creationId xmlns:a16="http://schemas.microsoft.com/office/drawing/2014/main" id="{C060A00E-A0E6-A9FC-1EDB-BD0BE3A5E0F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792959" y="6232188"/>
            <a:ext cx="389292" cy="389292"/>
          </a:xfrm>
          <a:prstGeom prst="rect">
            <a:avLst/>
          </a:prstGeom>
        </p:spPr>
      </p:pic>
      <p:sp>
        <p:nvSpPr>
          <p:cNvPr id="31" name="Rectangle 30">
            <a:extLst>
              <a:ext uri="{FF2B5EF4-FFF2-40B4-BE49-F238E27FC236}">
                <a16:creationId xmlns:a16="http://schemas.microsoft.com/office/drawing/2014/main" id="{0BAA3263-FFC6-6B64-37D9-7D1192DCA311}"/>
              </a:ext>
            </a:extLst>
          </p:cNvPr>
          <p:cNvSpPr/>
          <p:nvPr/>
        </p:nvSpPr>
        <p:spPr>
          <a:xfrm>
            <a:off x="2284525" y="5556988"/>
            <a:ext cx="9771131" cy="1106151"/>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CF2">
                    <a:lumMod val="25000"/>
                  </a:srgbClr>
                </a:solidFill>
                <a:effectLst/>
                <a:uLnTx/>
                <a:uFillTx/>
                <a:latin typeface="Segoe UI"/>
                <a:ea typeface="+mn-ea"/>
                <a:cs typeface="+mn-cs"/>
              </a:rPr>
              <a:t>Legend</a:t>
            </a:r>
          </a:p>
        </p:txBody>
      </p:sp>
      <p:sp>
        <p:nvSpPr>
          <p:cNvPr id="35" name="TextBox 34">
            <a:extLst>
              <a:ext uri="{FF2B5EF4-FFF2-40B4-BE49-F238E27FC236}">
                <a16:creationId xmlns:a16="http://schemas.microsoft.com/office/drawing/2014/main" id="{2F31A8D2-F70E-2677-D56E-386E40F85F8B}"/>
              </a:ext>
            </a:extLst>
          </p:cNvPr>
          <p:cNvSpPr txBox="1"/>
          <p:nvPr/>
        </p:nvSpPr>
        <p:spPr>
          <a:xfrm>
            <a:off x="9626414" y="5918428"/>
            <a:ext cx="76948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NIC Card</a:t>
            </a:r>
          </a:p>
        </p:txBody>
      </p:sp>
      <p:sp>
        <p:nvSpPr>
          <p:cNvPr id="37" name="TextBox 36">
            <a:extLst>
              <a:ext uri="{FF2B5EF4-FFF2-40B4-BE49-F238E27FC236}">
                <a16:creationId xmlns:a16="http://schemas.microsoft.com/office/drawing/2014/main" id="{27D41F17-5B2B-01E0-6375-EF2CC3F2731E}"/>
              </a:ext>
            </a:extLst>
          </p:cNvPr>
          <p:cNvSpPr txBox="1"/>
          <p:nvPr/>
        </p:nvSpPr>
        <p:spPr>
          <a:xfrm>
            <a:off x="11195476" y="6207861"/>
            <a:ext cx="906019"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Storage Account</a:t>
            </a:r>
          </a:p>
        </p:txBody>
      </p:sp>
      <p:pic>
        <p:nvPicPr>
          <p:cNvPr id="38" name="Graphic 37">
            <a:extLst>
              <a:ext uri="{FF2B5EF4-FFF2-40B4-BE49-F238E27FC236}">
                <a16:creationId xmlns:a16="http://schemas.microsoft.com/office/drawing/2014/main" id="{761427E4-EE96-7351-8321-47DF9F30B04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62720" y="6324197"/>
            <a:ext cx="242454" cy="242454"/>
          </a:xfrm>
          <a:prstGeom prst="rect">
            <a:avLst/>
          </a:prstGeom>
        </p:spPr>
      </p:pic>
      <p:sp>
        <p:nvSpPr>
          <p:cNvPr id="39" name="TextBox 38">
            <a:extLst>
              <a:ext uri="{FF2B5EF4-FFF2-40B4-BE49-F238E27FC236}">
                <a16:creationId xmlns:a16="http://schemas.microsoft.com/office/drawing/2014/main" id="{F75A5370-B38D-621D-C043-556BC4A7C93B}"/>
              </a:ext>
            </a:extLst>
          </p:cNvPr>
          <p:cNvSpPr txBox="1"/>
          <p:nvPr/>
        </p:nvSpPr>
        <p:spPr>
          <a:xfrm>
            <a:off x="9657000" y="6340487"/>
            <a:ext cx="679963"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a:t>
            </a:r>
          </a:p>
        </p:txBody>
      </p:sp>
      <p:sp>
        <p:nvSpPr>
          <p:cNvPr id="40" name="TextBox 39">
            <a:extLst>
              <a:ext uri="{FF2B5EF4-FFF2-40B4-BE49-F238E27FC236}">
                <a16:creationId xmlns:a16="http://schemas.microsoft.com/office/drawing/2014/main" id="{C8DDB609-73D0-82F0-716C-4B6ED9F6A161}"/>
              </a:ext>
            </a:extLst>
          </p:cNvPr>
          <p:cNvSpPr txBox="1"/>
          <p:nvPr/>
        </p:nvSpPr>
        <p:spPr>
          <a:xfrm>
            <a:off x="11293748" y="5806550"/>
            <a:ext cx="64168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00BCF2">
                    <a:lumMod val="50000"/>
                  </a:srgbClr>
                </a:solidFill>
                <a:effectLst/>
                <a:uLnTx/>
                <a:uFillTx/>
                <a:latin typeface="Segoe UI"/>
                <a:ea typeface="+mn-ea"/>
                <a:cs typeface="+mn-cs"/>
              </a:rPr>
              <a:t>github</a:t>
            </a: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grpSp>
        <p:nvGrpSpPr>
          <p:cNvPr id="41" name="Group 40">
            <a:extLst>
              <a:ext uri="{FF2B5EF4-FFF2-40B4-BE49-F238E27FC236}">
                <a16:creationId xmlns:a16="http://schemas.microsoft.com/office/drawing/2014/main" id="{C48A9435-6C06-F0E3-81BD-0806FB2337FA}"/>
              </a:ext>
            </a:extLst>
          </p:cNvPr>
          <p:cNvGrpSpPr/>
          <p:nvPr/>
        </p:nvGrpSpPr>
        <p:grpSpPr>
          <a:xfrm>
            <a:off x="10151837" y="5749145"/>
            <a:ext cx="970287" cy="342963"/>
            <a:chOff x="6998544" y="5436915"/>
            <a:chExt cx="970287" cy="342963"/>
          </a:xfrm>
        </p:grpSpPr>
        <p:pic>
          <p:nvPicPr>
            <p:cNvPr id="42" name="Graphic 41">
              <a:extLst>
                <a:ext uri="{FF2B5EF4-FFF2-40B4-BE49-F238E27FC236}">
                  <a16:creationId xmlns:a16="http://schemas.microsoft.com/office/drawing/2014/main" id="{1BCE71EB-D522-B27B-D1CF-941027EFBD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98544" y="5519323"/>
              <a:ext cx="260555" cy="260555"/>
            </a:xfrm>
            <a:prstGeom prst="rect">
              <a:avLst/>
            </a:prstGeom>
          </p:spPr>
        </p:pic>
        <p:sp>
          <p:nvSpPr>
            <p:cNvPr id="43" name="TextBox 42">
              <a:extLst>
                <a:ext uri="{FF2B5EF4-FFF2-40B4-BE49-F238E27FC236}">
                  <a16:creationId xmlns:a16="http://schemas.microsoft.com/office/drawing/2014/main" id="{6DF0A9A8-193A-7DD6-4393-789A6E83EB67}"/>
                </a:ext>
              </a:extLst>
            </p:cNvPr>
            <p:cNvSpPr txBox="1"/>
            <p:nvPr/>
          </p:nvSpPr>
          <p:spPr>
            <a:xfrm>
              <a:off x="7266132" y="5436915"/>
              <a:ext cx="70269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DevOps</a:t>
              </a:r>
            </a:p>
          </p:txBody>
        </p:sp>
      </p:grpSp>
      <p:pic>
        <p:nvPicPr>
          <p:cNvPr id="45" name="Graphic 44">
            <a:extLst>
              <a:ext uri="{FF2B5EF4-FFF2-40B4-BE49-F238E27FC236}">
                <a16:creationId xmlns:a16="http://schemas.microsoft.com/office/drawing/2014/main" id="{5E3A6287-3FCB-476A-2FD4-5703348A7DA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60923" y="6324507"/>
            <a:ext cx="247981" cy="247981"/>
          </a:xfrm>
          <a:prstGeom prst="rect">
            <a:avLst/>
          </a:prstGeom>
        </p:spPr>
      </p:pic>
      <p:pic>
        <p:nvPicPr>
          <p:cNvPr id="46" name="Picture 45">
            <a:extLst>
              <a:ext uri="{FF2B5EF4-FFF2-40B4-BE49-F238E27FC236}">
                <a16:creationId xmlns:a16="http://schemas.microsoft.com/office/drawing/2014/main" id="{BFE2F795-E71C-EACD-EDAE-F44161B941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09053" y="5800086"/>
            <a:ext cx="286533" cy="286533"/>
          </a:xfrm>
          <a:prstGeom prst="rect">
            <a:avLst/>
          </a:prstGeom>
        </p:spPr>
      </p:pic>
      <p:pic>
        <p:nvPicPr>
          <p:cNvPr id="53" name="Graphic 52">
            <a:extLst>
              <a:ext uri="{FF2B5EF4-FFF2-40B4-BE49-F238E27FC236}">
                <a16:creationId xmlns:a16="http://schemas.microsoft.com/office/drawing/2014/main" id="{4977A757-BEAB-0656-82ED-AF62E0A9B25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35219" y="6254557"/>
            <a:ext cx="274831" cy="274831"/>
          </a:xfrm>
          <a:prstGeom prst="rect">
            <a:avLst/>
          </a:prstGeom>
        </p:spPr>
      </p:pic>
      <p:sp>
        <p:nvSpPr>
          <p:cNvPr id="54" name="TextBox 53">
            <a:extLst>
              <a:ext uri="{FF2B5EF4-FFF2-40B4-BE49-F238E27FC236}">
                <a16:creationId xmlns:a16="http://schemas.microsoft.com/office/drawing/2014/main" id="{6690F722-E8AA-7D90-104D-9C465C582B79}"/>
              </a:ext>
            </a:extLst>
          </p:cNvPr>
          <p:cNvSpPr txBox="1"/>
          <p:nvPr/>
        </p:nvSpPr>
        <p:spPr>
          <a:xfrm>
            <a:off x="8893725" y="6242585"/>
            <a:ext cx="64106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App</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Services</a:t>
            </a:r>
          </a:p>
        </p:txBody>
      </p:sp>
      <p:pic>
        <p:nvPicPr>
          <p:cNvPr id="56" name="Graphic 55">
            <a:extLst>
              <a:ext uri="{FF2B5EF4-FFF2-40B4-BE49-F238E27FC236}">
                <a16:creationId xmlns:a16="http://schemas.microsoft.com/office/drawing/2014/main" id="{6EC2A336-CCCF-7197-AEDC-DDDD650E0F5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416403" y="5861304"/>
            <a:ext cx="274831" cy="274831"/>
          </a:xfrm>
          <a:prstGeom prst="rect">
            <a:avLst/>
          </a:prstGeom>
        </p:spPr>
      </p:pic>
      <p:pic>
        <p:nvPicPr>
          <p:cNvPr id="57" name="Graphic 56">
            <a:extLst>
              <a:ext uri="{FF2B5EF4-FFF2-40B4-BE49-F238E27FC236}">
                <a16:creationId xmlns:a16="http://schemas.microsoft.com/office/drawing/2014/main" id="{FEA663E7-F659-69EE-2CB0-894E94BBA50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519734" y="5855768"/>
            <a:ext cx="257701" cy="257701"/>
          </a:xfrm>
          <a:prstGeom prst="rect">
            <a:avLst/>
          </a:prstGeom>
        </p:spPr>
      </p:pic>
      <p:sp>
        <p:nvSpPr>
          <p:cNvPr id="58" name="TextBox 57">
            <a:extLst>
              <a:ext uri="{FF2B5EF4-FFF2-40B4-BE49-F238E27FC236}">
                <a16:creationId xmlns:a16="http://schemas.microsoft.com/office/drawing/2014/main" id="{353CBA19-B1A6-AC40-D6CF-AC1EC3D37CE4}"/>
              </a:ext>
            </a:extLst>
          </p:cNvPr>
          <p:cNvSpPr txBox="1"/>
          <p:nvPr/>
        </p:nvSpPr>
        <p:spPr>
          <a:xfrm>
            <a:off x="8872250" y="5848627"/>
            <a:ext cx="58065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Public IP Address</a:t>
            </a:r>
          </a:p>
        </p:txBody>
      </p:sp>
      <p:pic>
        <p:nvPicPr>
          <p:cNvPr id="59" name="Picture 58">
            <a:extLst>
              <a:ext uri="{FF2B5EF4-FFF2-40B4-BE49-F238E27FC236}">
                <a16:creationId xmlns:a16="http://schemas.microsoft.com/office/drawing/2014/main" id="{E9AAD7DE-B457-B4B8-5029-CBDA399F938F}"/>
              </a:ext>
            </a:extLst>
          </p:cNvPr>
          <p:cNvPicPr>
            <a:picLocks noChangeAspect="1"/>
          </p:cNvPicPr>
          <p:nvPr/>
        </p:nvPicPr>
        <p:blipFill>
          <a:blip r:embed="rId17"/>
          <a:stretch>
            <a:fillRect/>
          </a:stretch>
        </p:blipFill>
        <p:spPr>
          <a:xfrm>
            <a:off x="7622601" y="6223001"/>
            <a:ext cx="318290" cy="302376"/>
          </a:xfrm>
          <a:prstGeom prst="rect">
            <a:avLst/>
          </a:prstGeom>
        </p:spPr>
      </p:pic>
      <p:sp>
        <p:nvSpPr>
          <p:cNvPr id="60" name="TextBox 59">
            <a:extLst>
              <a:ext uri="{FF2B5EF4-FFF2-40B4-BE49-F238E27FC236}">
                <a16:creationId xmlns:a16="http://schemas.microsoft.com/office/drawing/2014/main" id="{ABE18582-B414-574D-8A85-7F6D512BC1CD}"/>
              </a:ext>
            </a:extLst>
          </p:cNvPr>
          <p:cNvSpPr txBox="1"/>
          <p:nvPr/>
        </p:nvSpPr>
        <p:spPr>
          <a:xfrm>
            <a:off x="7875297" y="6213383"/>
            <a:ext cx="59570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endpoint</a:t>
            </a:r>
          </a:p>
        </p:txBody>
      </p:sp>
      <p:sp>
        <p:nvSpPr>
          <p:cNvPr id="61" name="TextBox 60">
            <a:extLst>
              <a:ext uri="{FF2B5EF4-FFF2-40B4-BE49-F238E27FC236}">
                <a16:creationId xmlns:a16="http://schemas.microsoft.com/office/drawing/2014/main" id="{CEAEF1D2-DC45-2736-B605-A4E2513041BD}"/>
              </a:ext>
            </a:extLst>
          </p:cNvPr>
          <p:cNvSpPr txBox="1"/>
          <p:nvPr/>
        </p:nvSpPr>
        <p:spPr>
          <a:xfrm>
            <a:off x="7883030" y="5852717"/>
            <a:ext cx="57743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Virtual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Network</a:t>
            </a:r>
          </a:p>
        </p:txBody>
      </p:sp>
      <p:pic>
        <p:nvPicPr>
          <p:cNvPr id="62" name="Graphic 61">
            <a:extLst>
              <a:ext uri="{FF2B5EF4-FFF2-40B4-BE49-F238E27FC236}">
                <a16:creationId xmlns:a16="http://schemas.microsoft.com/office/drawing/2014/main" id="{FB95A2B7-A5C8-FAE0-9A74-031EEB0DF485}"/>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633872" y="5866357"/>
            <a:ext cx="300461" cy="300461"/>
          </a:xfrm>
          <a:prstGeom prst="rect">
            <a:avLst/>
          </a:prstGeom>
        </p:spPr>
      </p:pic>
      <p:sp>
        <p:nvSpPr>
          <p:cNvPr id="63" name="TextBox 62">
            <a:extLst>
              <a:ext uri="{FF2B5EF4-FFF2-40B4-BE49-F238E27FC236}">
                <a16:creationId xmlns:a16="http://schemas.microsoft.com/office/drawing/2014/main" id="{2C065D1D-C685-08BB-C8C6-DB58001AFBEB}"/>
              </a:ext>
            </a:extLst>
          </p:cNvPr>
          <p:cNvSpPr txBox="1"/>
          <p:nvPr/>
        </p:nvSpPr>
        <p:spPr>
          <a:xfrm>
            <a:off x="10454972" y="6212317"/>
            <a:ext cx="83499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DNS Zone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128" name="Graphic 127">
            <a:extLst>
              <a:ext uri="{FF2B5EF4-FFF2-40B4-BE49-F238E27FC236}">
                <a16:creationId xmlns:a16="http://schemas.microsoft.com/office/drawing/2014/main" id="{6EE274A7-41ED-9188-6224-66C1C720AEC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222714" y="6295587"/>
            <a:ext cx="290573" cy="290573"/>
          </a:xfrm>
          <a:prstGeom prst="rect">
            <a:avLst/>
          </a:prstGeom>
        </p:spPr>
      </p:pic>
      <p:pic>
        <p:nvPicPr>
          <p:cNvPr id="129" name="Graphic 128">
            <a:extLst>
              <a:ext uri="{FF2B5EF4-FFF2-40B4-BE49-F238E27FC236}">
                <a16:creationId xmlns:a16="http://schemas.microsoft.com/office/drawing/2014/main" id="{53482984-907A-EE93-D77B-4AA3B4B1FCA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825383" y="5898916"/>
            <a:ext cx="282546" cy="282546"/>
          </a:xfrm>
          <a:prstGeom prst="rect">
            <a:avLst/>
          </a:prstGeom>
        </p:spPr>
      </p:pic>
      <p:sp>
        <p:nvSpPr>
          <p:cNvPr id="130" name="TextBox 129">
            <a:extLst>
              <a:ext uri="{FF2B5EF4-FFF2-40B4-BE49-F238E27FC236}">
                <a16:creationId xmlns:a16="http://schemas.microsoft.com/office/drawing/2014/main" id="{4989CD07-08F9-D1FE-1C1C-2779BEA717A5}"/>
              </a:ext>
            </a:extLst>
          </p:cNvPr>
          <p:cNvSpPr txBox="1"/>
          <p:nvPr/>
        </p:nvSpPr>
        <p:spPr>
          <a:xfrm>
            <a:off x="7065953" y="5933850"/>
            <a:ext cx="61733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EventHub</a:t>
            </a:r>
          </a:p>
        </p:txBody>
      </p:sp>
      <p:pic>
        <p:nvPicPr>
          <p:cNvPr id="131" name="Graphic 130">
            <a:extLst>
              <a:ext uri="{FF2B5EF4-FFF2-40B4-BE49-F238E27FC236}">
                <a16:creationId xmlns:a16="http://schemas.microsoft.com/office/drawing/2014/main" id="{90F04F12-B306-BF79-D3AE-07A0283487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824610" y="6229770"/>
            <a:ext cx="263654" cy="308076"/>
          </a:xfrm>
          <a:prstGeom prst="rect">
            <a:avLst/>
          </a:prstGeom>
        </p:spPr>
      </p:pic>
      <p:sp>
        <p:nvSpPr>
          <p:cNvPr id="132" name="TextBox 131">
            <a:extLst>
              <a:ext uri="{FF2B5EF4-FFF2-40B4-BE49-F238E27FC236}">
                <a16:creationId xmlns:a16="http://schemas.microsoft.com/office/drawing/2014/main" id="{7CC12ED7-7DCE-0B37-7642-75BDA61D7B27}"/>
              </a:ext>
            </a:extLst>
          </p:cNvPr>
          <p:cNvSpPr txBox="1"/>
          <p:nvPr/>
        </p:nvSpPr>
        <p:spPr>
          <a:xfrm>
            <a:off x="7075276" y="6226934"/>
            <a:ext cx="64459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DNS Forwarder</a:t>
            </a:r>
          </a:p>
        </p:txBody>
      </p:sp>
      <p:pic>
        <p:nvPicPr>
          <p:cNvPr id="9" name="Graphic 8">
            <a:extLst>
              <a:ext uri="{FF2B5EF4-FFF2-40B4-BE49-F238E27FC236}">
                <a16:creationId xmlns:a16="http://schemas.microsoft.com/office/drawing/2014/main" id="{18BAC0C8-A97B-C0B5-C6AE-9C9ED9472063}"/>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8677369" y="3170548"/>
            <a:ext cx="314399" cy="314399"/>
          </a:xfrm>
          <a:prstGeom prst="rect">
            <a:avLst/>
          </a:prstGeom>
        </p:spPr>
      </p:pic>
      <p:pic>
        <p:nvPicPr>
          <p:cNvPr id="138" name="Graphic 137">
            <a:extLst>
              <a:ext uri="{FF2B5EF4-FFF2-40B4-BE49-F238E27FC236}">
                <a16:creationId xmlns:a16="http://schemas.microsoft.com/office/drawing/2014/main" id="{6F9F8D28-11B1-B203-6191-B50F625D5732}"/>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8727320" y="2038620"/>
            <a:ext cx="289859" cy="289859"/>
          </a:xfrm>
          <a:prstGeom prst="rect">
            <a:avLst/>
          </a:prstGeom>
        </p:spPr>
      </p:pic>
      <p:pic>
        <p:nvPicPr>
          <p:cNvPr id="144" name="Graphic 143">
            <a:extLst>
              <a:ext uri="{FF2B5EF4-FFF2-40B4-BE49-F238E27FC236}">
                <a16:creationId xmlns:a16="http://schemas.microsoft.com/office/drawing/2014/main" id="{21AE0FC0-35B8-F053-54D4-AB745E8CFD50}"/>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8647998" y="4513723"/>
            <a:ext cx="258873" cy="258873"/>
          </a:xfrm>
          <a:prstGeom prst="rect">
            <a:avLst/>
          </a:prstGeom>
        </p:spPr>
      </p:pic>
      <p:sp>
        <p:nvSpPr>
          <p:cNvPr id="149" name="TextBox 148">
            <a:extLst>
              <a:ext uri="{FF2B5EF4-FFF2-40B4-BE49-F238E27FC236}">
                <a16:creationId xmlns:a16="http://schemas.microsoft.com/office/drawing/2014/main" id="{9FA727B7-6FCB-2E2B-328B-481B1F106BE8}"/>
              </a:ext>
            </a:extLst>
          </p:cNvPr>
          <p:cNvSpPr txBox="1"/>
          <p:nvPr/>
        </p:nvSpPr>
        <p:spPr>
          <a:xfrm>
            <a:off x="4014150" y="4365454"/>
            <a:ext cx="1115092" cy="215444"/>
          </a:xfrm>
          <a:prstGeom prst="rect">
            <a:avLst/>
          </a:prstGeom>
          <a:noFill/>
        </p:spPr>
        <p:txBody>
          <a:bodyPr wrap="square" rtlCol="0">
            <a:spAutoFit/>
          </a:bodyPr>
          <a:lstStyle/>
          <a:p>
            <a:r>
              <a:rPr lang="en-US" sz="800" dirty="0">
                <a:solidFill>
                  <a:schemeClr val="accent1">
                    <a:lumMod val="75000"/>
                  </a:schemeClr>
                </a:solidFill>
              </a:rPr>
              <a:t>Microsoft Fabric</a:t>
            </a:r>
          </a:p>
        </p:txBody>
      </p:sp>
      <p:pic>
        <p:nvPicPr>
          <p:cNvPr id="155" name="Picture 154">
            <a:extLst>
              <a:ext uri="{FF2B5EF4-FFF2-40B4-BE49-F238E27FC236}">
                <a16:creationId xmlns:a16="http://schemas.microsoft.com/office/drawing/2014/main" id="{34A9A5BF-70D5-6724-15BA-A4EDB3C66040}"/>
              </a:ext>
            </a:extLst>
          </p:cNvPr>
          <p:cNvPicPr>
            <a:picLocks noChangeAspect="1"/>
          </p:cNvPicPr>
          <p:nvPr/>
        </p:nvPicPr>
        <p:blipFill>
          <a:blip r:embed="rId25"/>
          <a:stretch>
            <a:fillRect/>
          </a:stretch>
        </p:blipFill>
        <p:spPr>
          <a:xfrm>
            <a:off x="4299536" y="4536456"/>
            <a:ext cx="346683" cy="375308"/>
          </a:xfrm>
          <a:prstGeom prst="rect">
            <a:avLst/>
          </a:prstGeom>
        </p:spPr>
      </p:pic>
      <p:pic>
        <p:nvPicPr>
          <p:cNvPr id="170" name="Picture 169">
            <a:extLst>
              <a:ext uri="{FF2B5EF4-FFF2-40B4-BE49-F238E27FC236}">
                <a16:creationId xmlns:a16="http://schemas.microsoft.com/office/drawing/2014/main" id="{8F3659EF-A9E4-8BC2-11F9-E37F86CA74F7}"/>
              </a:ext>
            </a:extLst>
          </p:cNvPr>
          <p:cNvPicPr>
            <a:picLocks noChangeAspect="1"/>
          </p:cNvPicPr>
          <p:nvPr/>
        </p:nvPicPr>
        <p:blipFill>
          <a:blip r:embed="rId25"/>
          <a:stretch>
            <a:fillRect/>
          </a:stretch>
        </p:blipFill>
        <p:spPr>
          <a:xfrm>
            <a:off x="6091607" y="5883062"/>
            <a:ext cx="265326" cy="287234"/>
          </a:xfrm>
          <a:prstGeom prst="rect">
            <a:avLst/>
          </a:prstGeom>
        </p:spPr>
      </p:pic>
      <p:pic>
        <p:nvPicPr>
          <p:cNvPr id="171" name="Graphic 170">
            <a:extLst>
              <a:ext uri="{FF2B5EF4-FFF2-40B4-BE49-F238E27FC236}">
                <a16:creationId xmlns:a16="http://schemas.microsoft.com/office/drawing/2014/main" id="{F93F765F-A642-614A-BDD9-68931AA0BB30}"/>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6058578" y="6209729"/>
            <a:ext cx="258873" cy="258873"/>
          </a:xfrm>
          <a:prstGeom prst="rect">
            <a:avLst/>
          </a:prstGeom>
        </p:spPr>
      </p:pic>
      <p:sp>
        <p:nvSpPr>
          <p:cNvPr id="172" name="TextBox 171">
            <a:extLst>
              <a:ext uri="{FF2B5EF4-FFF2-40B4-BE49-F238E27FC236}">
                <a16:creationId xmlns:a16="http://schemas.microsoft.com/office/drawing/2014/main" id="{C1CE0527-9A90-BCF1-4A20-1E8CF948C436}"/>
              </a:ext>
            </a:extLst>
          </p:cNvPr>
          <p:cNvSpPr txBox="1"/>
          <p:nvPr/>
        </p:nvSpPr>
        <p:spPr>
          <a:xfrm>
            <a:off x="6315294" y="6223452"/>
            <a:ext cx="64459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Foundry</a:t>
            </a:r>
          </a:p>
        </p:txBody>
      </p:sp>
      <p:sp>
        <p:nvSpPr>
          <p:cNvPr id="173" name="TextBox 172">
            <a:extLst>
              <a:ext uri="{FF2B5EF4-FFF2-40B4-BE49-F238E27FC236}">
                <a16:creationId xmlns:a16="http://schemas.microsoft.com/office/drawing/2014/main" id="{E60BA89C-8F11-2FB7-1991-7B321B68EFED}"/>
              </a:ext>
            </a:extLst>
          </p:cNvPr>
          <p:cNvSpPr txBox="1"/>
          <p:nvPr/>
        </p:nvSpPr>
        <p:spPr>
          <a:xfrm>
            <a:off x="6315294" y="5904498"/>
            <a:ext cx="64459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Fabric</a:t>
            </a:r>
          </a:p>
        </p:txBody>
      </p:sp>
      <p:sp>
        <p:nvSpPr>
          <p:cNvPr id="222" name="Rectangle: Rounded Corners 221">
            <a:extLst>
              <a:ext uri="{FF2B5EF4-FFF2-40B4-BE49-F238E27FC236}">
                <a16:creationId xmlns:a16="http://schemas.microsoft.com/office/drawing/2014/main" id="{34B8E6AD-B4AE-0952-1D44-CF9E69FF09C5}"/>
              </a:ext>
            </a:extLst>
          </p:cNvPr>
          <p:cNvSpPr/>
          <p:nvPr/>
        </p:nvSpPr>
        <p:spPr bwMode="auto">
          <a:xfrm>
            <a:off x="8508314" y="4255663"/>
            <a:ext cx="1007092" cy="259847"/>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a:solidFill>
                  <a:srgbClr val="00B050"/>
                </a:solidFill>
                <a:ea typeface="Segoe UI" pitchFamily="34" charset="0"/>
                <a:cs typeface="Segoe UI" pitchFamily="34" charset="0"/>
              </a:rPr>
              <a:t>Azure AI User</a:t>
            </a:r>
            <a:endParaRPr lang="en-US" sz="800" dirty="0" err="1">
              <a:solidFill>
                <a:srgbClr val="00B050"/>
              </a:solidFill>
              <a:ea typeface="Segoe UI" pitchFamily="34" charset="0"/>
              <a:cs typeface="Segoe UI" pitchFamily="34" charset="0"/>
            </a:endParaRPr>
          </a:p>
        </p:txBody>
      </p:sp>
      <p:sp>
        <p:nvSpPr>
          <p:cNvPr id="223" name="Rectangle: Rounded Corners 222">
            <a:extLst>
              <a:ext uri="{FF2B5EF4-FFF2-40B4-BE49-F238E27FC236}">
                <a16:creationId xmlns:a16="http://schemas.microsoft.com/office/drawing/2014/main" id="{CC6A736E-A9F3-E24B-F6D7-ECC6A1D02E22}"/>
              </a:ext>
            </a:extLst>
          </p:cNvPr>
          <p:cNvSpPr/>
          <p:nvPr/>
        </p:nvSpPr>
        <p:spPr bwMode="auto">
          <a:xfrm>
            <a:off x="8829434" y="2971957"/>
            <a:ext cx="1007092"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a:solidFill>
                  <a:srgbClr val="00B050"/>
                </a:solidFill>
                <a:ea typeface="Segoe UI" pitchFamily="34" charset="0"/>
                <a:cs typeface="Segoe UI" pitchFamily="34" charset="0"/>
              </a:rPr>
              <a:t>Cosmos DB </a:t>
            </a:r>
            <a:r>
              <a:rPr lang="fr-FR" sz="800" dirty="0" err="1">
                <a:solidFill>
                  <a:srgbClr val="00B050"/>
                </a:solidFill>
                <a:ea typeface="Segoe UI" pitchFamily="34" charset="0"/>
                <a:cs typeface="Segoe UI" pitchFamily="34" charset="0"/>
              </a:rPr>
              <a:t>Operator</a:t>
            </a:r>
            <a:endParaRPr lang="en-US" sz="800" dirty="0" err="1">
              <a:solidFill>
                <a:srgbClr val="00B050"/>
              </a:solidFill>
              <a:ea typeface="Segoe UI" pitchFamily="34" charset="0"/>
              <a:cs typeface="Segoe UI" pitchFamily="34" charset="0"/>
            </a:endParaRPr>
          </a:p>
        </p:txBody>
      </p:sp>
      <p:sp>
        <p:nvSpPr>
          <p:cNvPr id="224" name="Rectangle: Rounded Corners 223">
            <a:extLst>
              <a:ext uri="{FF2B5EF4-FFF2-40B4-BE49-F238E27FC236}">
                <a16:creationId xmlns:a16="http://schemas.microsoft.com/office/drawing/2014/main" id="{0D48DB53-006C-DDA5-2941-10AFA0665ECE}"/>
              </a:ext>
            </a:extLst>
          </p:cNvPr>
          <p:cNvSpPr/>
          <p:nvPr/>
        </p:nvSpPr>
        <p:spPr bwMode="auto">
          <a:xfrm>
            <a:off x="8816440" y="1733319"/>
            <a:ext cx="1376877" cy="735298"/>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fr-FR" sz="800" dirty="0" err="1">
                <a:solidFill>
                  <a:srgbClr val="00B050"/>
                </a:solidFill>
                <a:ea typeface="Segoe UI" pitchFamily="34" charset="0"/>
                <a:cs typeface="Segoe UI" pitchFamily="34" charset="0"/>
              </a:rPr>
              <a:t>Search</a:t>
            </a:r>
            <a:r>
              <a:rPr lang="fr-FR" sz="800" dirty="0">
                <a:solidFill>
                  <a:srgbClr val="00B050"/>
                </a:solidFill>
                <a:ea typeface="Segoe UI" pitchFamily="34" charset="0"/>
                <a:cs typeface="Segoe UI" pitchFamily="34" charset="0"/>
              </a:rPr>
              <a:t> Service </a:t>
            </a:r>
            <a:r>
              <a:rPr lang="fr-FR" sz="800" dirty="0" err="1">
                <a:solidFill>
                  <a:srgbClr val="00B050"/>
                </a:solidFill>
                <a:ea typeface="Segoe UI" pitchFamily="34" charset="0"/>
                <a:cs typeface="Segoe UI" pitchFamily="34" charset="0"/>
              </a:rPr>
              <a:t>Contributor</a:t>
            </a:r>
            <a:br>
              <a:rPr lang="fr-FR" sz="800" dirty="0">
                <a:solidFill>
                  <a:srgbClr val="00B050"/>
                </a:solidFill>
                <a:ea typeface="Segoe UI" pitchFamily="34" charset="0"/>
                <a:cs typeface="Segoe UI" pitchFamily="34" charset="0"/>
              </a:rPr>
            </a:br>
            <a:r>
              <a:rPr lang="fr-FR" sz="800" dirty="0" err="1">
                <a:solidFill>
                  <a:srgbClr val="00B050"/>
                </a:solidFill>
                <a:ea typeface="Segoe UI" pitchFamily="34" charset="0"/>
                <a:cs typeface="Segoe UI" pitchFamily="34" charset="0"/>
              </a:rPr>
              <a:t>Search</a:t>
            </a:r>
            <a:r>
              <a:rPr lang="fr-FR" sz="800" dirty="0">
                <a:solidFill>
                  <a:srgbClr val="00B050"/>
                </a:solidFill>
                <a:ea typeface="Segoe UI" pitchFamily="34" charset="0"/>
                <a:cs typeface="Segoe UI" pitchFamily="34" charset="0"/>
              </a:rPr>
              <a:t> Index Data </a:t>
            </a:r>
            <a:r>
              <a:rPr lang="fr-FR" sz="800" dirty="0" err="1">
                <a:solidFill>
                  <a:srgbClr val="00B050"/>
                </a:solidFill>
                <a:ea typeface="Segoe UI" pitchFamily="34" charset="0"/>
                <a:cs typeface="Segoe UI" pitchFamily="34" charset="0"/>
              </a:rPr>
              <a:t>Contributor</a:t>
            </a:r>
            <a:endParaRPr lang="en-US" sz="800" dirty="0" err="1">
              <a:solidFill>
                <a:srgbClr val="00B050"/>
              </a:solidFill>
              <a:ea typeface="Segoe UI" pitchFamily="34" charset="0"/>
              <a:cs typeface="Segoe UI" pitchFamily="34" charset="0"/>
            </a:endParaRPr>
          </a:p>
        </p:txBody>
      </p:sp>
      <p:sp>
        <p:nvSpPr>
          <p:cNvPr id="225" name="Rectangle: Rounded Corners 224">
            <a:extLst>
              <a:ext uri="{FF2B5EF4-FFF2-40B4-BE49-F238E27FC236}">
                <a16:creationId xmlns:a16="http://schemas.microsoft.com/office/drawing/2014/main" id="{F31D6CB5-0FCD-D137-8E25-9E382DB0EA3B}"/>
              </a:ext>
            </a:extLst>
          </p:cNvPr>
          <p:cNvSpPr/>
          <p:nvPr/>
        </p:nvSpPr>
        <p:spPr bwMode="auto">
          <a:xfrm>
            <a:off x="4697772" y="3662498"/>
            <a:ext cx="1576526"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a:solidFill>
                  <a:srgbClr val="00B050"/>
                </a:solidFill>
                <a:ea typeface="Segoe UI" pitchFamily="34" charset="0"/>
                <a:cs typeface="Segoe UI" pitchFamily="34" charset="0"/>
              </a:rPr>
              <a:t>Key Vault </a:t>
            </a:r>
            <a:br>
              <a:rPr lang="fr-FR" sz="800" dirty="0">
                <a:solidFill>
                  <a:srgbClr val="00B050"/>
                </a:solidFill>
                <a:ea typeface="Segoe UI" pitchFamily="34" charset="0"/>
                <a:cs typeface="Segoe UI" pitchFamily="34" charset="0"/>
              </a:rPr>
            </a:br>
            <a:r>
              <a:rPr lang="fr-FR" sz="800" dirty="0">
                <a:solidFill>
                  <a:srgbClr val="00B050"/>
                </a:solidFill>
                <a:ea typeface="Segoe UI" pitchFamily="34" charset="0"/>
                <a:cs typeface="Segoe UI" pitchFamily="34" charset="0"/>
              </a:rPr>
              <a:t>Secrets </a:t>
            </a:r>
            <a:r>
              <a:rPr lang="fr-FR" sz="800" dirty="0" err="1">
                <a:solidFill>
                  <a:srgbClr val="00B050"/>
                </a:solidFill>
                <a:ea typeface="Segoe UI" pitchFamily="34" charset="0"/>
                <a:cs typeface="Segoe UI" pitchFamily="34" charset="0"/>
              </a:rPr>
              <a:t>Officer</a:t>
            </a:r>
            <a:endParaRPr lang="en-US" sz="800" dirty="0" err="1">
              <a:solidFill>
                <a:srgbClr val="00B050"/>
              </a:solidFill>
              <a:ea typeface="Segoe UI" pitchFamily="34" charset="0"/>
              <a:cs typeface="Segoe UI" pitchFamily="34" charset="0"/>
            </a:endParaRPr>
          </a:p>
        </p:txBody>
      </p:sp>
      <p:sp>
        <p:nvSpPr>
          <p:cNvPr id="226" name="Rectangle: Rounded Corners 225">
            <a:extLst>
              <a:ext uri="{FF2B5EF4-FFF2-40B4-BE49-F238E27FC236}">
                <a16:creationId xmlns:a16="http://schemas.microsoft.com/office/drawing/2014/main" id="{32B0C7CB-C9C3-418E-E0F5-8FB0CAB40F96}"/>
              </a:ext>
            </a:extLst>
          </p:cNvPr>
          <p:cNvSpPr/>
          <p:nvPr/>
        </p:nvSpPr>
        <p:spPr bwMode="auto">
          <a:xfrm>
            <a:off x="8806652" y="2432915"/>
            <a:ext cx="1261367"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fr-FR" sz="800" dirty="0">
                <a:solidFill>
                  <a:srgbClr val="00B050"/>
                </a:solidFill>
                <a:ea typeface="Segoe UI" pitchFamily="34" charset="0"/>
                <a:cs typeface="Segoe UI" pitchFamily="34" charset="0"/>
              </a:rPr>
              <a:t>Storage Blob Data </a:t>
            </a:r>
            <a:r>
              <a:rPr lang="fr-FR" sz="800" dirty="0" err="1">
                <a:solidFill>
                  <a:srgbClr val="00B050"/>
                </a:solidFill>
                <a:ea typeface="Segoe UI" pitchFamily="34" charset="0"/>
                <a:cs typeface="Segoe UI" pitchFamily="34" charset="0"/>
              </a:rPr>
              <a:t>Contributor</a:t>
            </a:r>
            <a:endParaRPr lang="en-US" sz="800" dirty="0" err="1">
              <a:solidFill>
                <a:srgbClr val="00B050"/>
              </a:solidFill>
              <a:ea typeface="Segoe UI" pitchFamily="34" charset="0"/>
              <a:cs typeface="Segoe UI" pitchFamily="34" charset="0"/>
            </a:endParaRPr>
          </a:p>
        </p:txBody>
      </p:sp>
      <p:sp>
        <p:nvSpPr>
          <p:cNvPr id="227" name="Rectangle: Rounded Corners 226">
            <a:extLst>
              <a:ext uri="{FF2B5EF4-FFF2-40B4-BE49-F238E27FC236}">
                <a16:creationId xmlns:a16="http://schemas.microsoft.com/office/drawing/2014/main" id="{63383B64-7ACA-A59D-BF2D-992F4AAC5698}"/>
              </a:ext>
            </a:extLst>
          </p:cNvPr>
          <p:cNvSpPr/>
          <p:nvPr/>
        </p:nvSpPr>
        <p:spPr bwMode="auto">
          <a:xfrm>
            <a:off x="11143882" y="5473510"/>
            <a:ext cx="1576526" cy="298000"/>
          </a:xfrm>
          <a:prstGeom prst="round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fr-FR" sz="800" dirty="0" err="1">
                <a:solidFill>
                  <a:srgbClr val="00B050"/>
                </a:solidFill>
                <a:ea typeface="Segoe UI" pitchFamily="34" charset="0"/>
                <a:cs typeface="Segoe UI" pitchFamily="34" charset="0"/>
              </a:rPr>
              <a:t>Roles</a:t>
            </a:r>
            <a:r>
              <a:rPr lang="fr-FR" sz="800" dirty="0">
                <a:solidFill>
                  <a:srgbClr val="00B050"/>
                </a:solidFill>
                <a:ea typeface="Segoe UI" pitchFamily="34" charset="0"/>
                <a:cs typeface="Segoe UI" pitchFamily="34" charset="0"/>
              </a:rPr>
              <a:t> </a:t>
            </a:r>
            <a:r>
              <a:rPr lang="fr-FR" sz="800" dirty="0" err="1">
                <a:solidFill>
                  <a:srgbClr val="00B050"/>
                </a:solidFill>
                <a:ea typeface="Segoe UI" pitchFamily="34" charset="0"/>
                <a:cs typeface="Segoe UI" pitchFamily="34" charset="0"/>
              </a:rPr>
              <a:t>assigned</a:t>
            </a:r>
            <a:endParaRPr lang="en-US" sz="800" dirty="0" err="1">
              <a:solidFill>
                <a:srgbClr val="00B050"/>
              </a:solidFill>
              <a:ea typeface="Segoe UI" pitchFamily="34" charset="0"/>
              <a:cs typeface="Segoe UI" pitchFamily="34" charset="0"/>
            </a:endParaRPr>
          </a:p>
        </p:txBody>
      </p:sp>
      <p:pic>
        <p:nvPicPr>
          <p:cNvPr id="232" name="Picture 231">
            <a:extLst>
              <a:ext uri="{FF2B5EF4-FFF2-40B4-BE49-F238E27FC236}">
                <a16:creationId xmlns:a16="http://schemas.microsoft.com/office/drawing/2014/main" id="{250F9B99-1768-AD4A-EAEA-296AA4FF05DB}"/>
              </a:ext>
            </a:extLst>
          </p:cNvPr>
          <p:cNvPicPr>
            <a:picLocks noChangeAspect="1"/>
          </p:cNvPicPr>
          <p:nvPr/>
        </p:nvPicPr>
        <p:blipFill>
          <a:blip r:embed="rId26"/>
          <a:stretch>
            <a:fillRect/>
          </a:stretch>
        </p:blipFill>
        <p:spPr>
          <a:xfrm>
            <a:off x="9139123" y="4580716"/>
            <a:ext cx="210207" cy="208963"/>
          </a:xfrm>
          <a:prstGeom prst="rect">
            <a:avLst/>
          </a:prstGeom>
        </p:spPr>
      </p:pic>
      <p:sp>
        <p:nvSpPr>
          <p:cNvPr id="233" name="TextBox 232">
            <a:extLst>
              <a:ext uri="{FF2B5EF4-FFF2-40B4-BE49-F238E27FC236}">
                <a16:creationId xmlns:a16="http://schemas.microsoft.com/office/drawing/2014/main" id="{1D1C5DEB-B863-5057-8A02-C0909946742B}"/>
              </a:ext>
            </a:extLst>
          </p:cNvPr>
          <p:cNvSpPr txBox="1"/>
          <p:nvPr/>
        </p:nvSpPr>
        <p:spPr>
          <a:xfrm>
            <a:off x="8932384" y="4735800"/>
            <a:ext cx="604112" cy="215444"/>
          </a:xfrm>
          <a:prstGeom prst="rect">
            <a:avLst/>
          </a:prstGeom>
          <a:noFill/>
        </p:spPr>
        <p:txBody>
          <a:bodyPr wrap="square" rtlCol="0">
            <a:spAutoFit/>
          </a:bodyPr>
          <a:lstStyle/>
          <a:p>
            <a:r>
              <a:rPr lang="en-US" sz="800" dirty="0">
                <a:solidFill>
                  <a:schemeClr val="accent1">
                    <a:lumMod val="75000"/>
                  </a:schemeClr>
                </a:solidFill>
              </a:rPr>
              <a:t>Open AI</a:t>
            </a:r>
          </a:p>
        </p:txBody>
      </p:sp>
      <p:sp>
        <p:nvSpPr>
          <p:cNvPr id="3" name="Rectangle 2">
            <a:extLst>
              <a:ext uri="{FF2B5EF4-FFF2-40B4-BE49-F238E27FC236}">
                <a16:creationId xmlns:a16="http://schemas.microsoft.com/office/drawing/2014/main" id="{7F2975D6-37B1-0FD8-901A-6F23529FD29A}"/>
              </a:ext>
            </a:extLst>
          </p:cNvPr>
          <p:cNvSpPr/>
          <p:nvPr/>
        </p:nvSpPr>
        <p:spPr>
          <a:xfrm>
            <a:off x="8428848" y="1645905"/>
            <a:ext cx="1576527" cy="3424091"/>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4" name="Graphic 3">
            <a:extLst>
              <a:ext uri="{FF2B5EF4-FFF2-40B4-BE49-F238E27FC236}">
                <a16:creationId xmlns:a16="http://schemas.microsoft.com/office/drawing/2014/main" id="{40D11054-83B9-E228-7A1C-C22ADC5EFAF0}"/>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8688722" y="3837642"/>
            <a:ext cx="374884" cy="374884"/>
          </a:xfrm>
          <a:prstGeom prst="rect">
            <a:avLst/>
          </a:prstGeom>
        </p:spPr>
      </p:pic>
      <p:sp>
        <p:nvSpPr>
          <p:cNvPr id="5" name="TextBox 4">
            <a:extLst>
              <a:ext uri="{FF2B5EF4-FFF2-40B4-BE49-F238E27FC236}">
                <a16:creationId xmlns:a16="http://schemas.microsoft.com/office/drawing/2014/main" id="{986F99DC-C7D3-7E8F-5223-2EE70F7103C2}"/>
              </a:ext>
            </a:extLst>
          </p:cNvPr>
          <p:cNvSpPr txBox="1"/>
          <p:nvPr/>
        </p:nvSpPr>
        <p:spPr>
          <a:xfrm>
            <a:off x="8418607" y="4208042"/>
            <a:ext cx="944717"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PostgreSQL</a:t>
            </a:r>
          </a:p>
        </p:txBody>
      </p:sp>
      <p:sp>
        <p:nvSpPr>
          <p:cNvPr id="148" name="Rectangle 147">
            <a:extLst>
              <a:ext uri="{FF2B5EF4-FFF2-40B4-BE49-F238E27FC236}">
                <a16:creationId xmlns:a16="http://schemas.microsoft.com/office/drawing/2014/main" id="{FD498EC2-AC92-CCAD-DF16-AB34260E2287}"/>
              </a:ext>
            </a:extLst>
          </p:cNvPr>
          <p:cNvSpPr/>
          <p:nvPr/>
        </p:nvSpPr>
        <p:spPr>
          <a:xfrm>
            <a:off x="4039663" y="1615667"/>
            <a:ext cx="4231024" cy="3433097"/>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pic>
        <p:nvPicPr>
          <p:cNvPr id="177" name="Graphic 176">
            <a:extLst>
              <a:ext uri="{FF2B5EF4-FFF2-40B4-BE49-F238E27FC236}">
                <a16:creationId xmlns:a16="http://schemas.microsoft.com/office/drawing/2014/main" id="{CAC1D582-60B8-8543-4723-F733A9D647CC}"/>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5290320" y="5883620"/>
            <a:ext cx="289859" cy="289859"/>
          </a:xfrm>
          <a:prstGeom prst="rect">
            <a:avLst/>
          </a:prstGeom>
        </p:spPr>
      </p:pic>
      <p:pic>
        <p:nvPicPr>
          <p:cNvPr id="178" name="Graphic 177">
            <a:extLst>
              <a:ext uri="{FF2B5EF4-FFF2-40B4-BE49-F238E27FC236}">
                <a16:creationId xmlns:a16="http://schemas.microsoft.com/office/drawing/2014/main" id="{78E7EB1E-A753-9ECE-B58A-B33FC98C33B7}"/>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295640" y="6188155"/>
            <a:ext cx="314399" cy="314399"/>
          </a:xfrm>
          <a:prstGeom prst="rect">
            <a:avLst/>
          </a:prstGeom>
        </p:spPr>
      </p:pic>
      <p:pic>
        <p:nvPicPr>
          <p:cNvPr id="179" name="Graphic 178">
            <a:extLst>
              <a:ext uri="{FF2B5EF4-FFF2-40B4-BE49-F238E27FC236}">
                <a16:creationId xmlns:a16="http://schemas.microsoft.com/office/drawing/2014/main" id="{AA3B7C16-D91F-3DBA-0B51-A1B6D8DD422B}"/>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4509276" y="5898185"/>
            <a:ext cx="307390" cy="307390"/>
          </a:xfrm>
          <a:prstGeom prst="rect">
            <a:avLst/>
          </a:prstGeom>
        </p:spPr>
      </p:pic>
      <p:pic>
        <p:nvPicPr>
          <p:cNvPr id="180" name="Picture 179">
            <a:extLst>
              <a:ext uri="{FF2B5EF4-FFF2-40B4-BE49-F238E27FC236}">
                <a16:creationId xmlns:a16="http://schemas.microsoft.com/office/drawing/2014/main" id="{EAE47A07-E18C-8F9C-BAB7-039F360588AD}"/>
              </a:ext>
            </a:extLst>
          </p:cNvPr>
          <p:cNvPicPr>
            <a:picLocks noChangeAspect="1"/>
          </p:cNvPicPr>
          <p:nvPr/>
        </p:nvPicPr>
        <p:blipFill>
          <a:blip r:embed="rId26"/>
          <a:stretch>
            <a:fillRect/>
          </a:stretch>
        </p:blipFill>
        <p:spPr>
          <a:xfrm>
            <a:off x="4543221" y="6287110"/>
            <a:ext cx="210207" cy="208963"/>
          </a:xfrm>
          <a:prstGeom prst="rect">
            <a:avLst/>
          </a:prstGeom>
        </p:spPr>
      </p:pic>
      <p:pic>
        <p:nvPicPr>
          <p:cNvPr id="182" name="Graphic 181">
            <a:extLst>
              <a:ext uri="{FF2B5EF4-FFF2-40B4-BE49-F238E27FC236}">
                <a16:creationId xmlns:a16="http://schemas.microsoft.com/office/drawing/2014/main" id="{F964645C-226F-8D58-40BA-561FB5BDF10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3672103" y="5873305"/>
            <a:ext cx="351904" cy="351904"/>
          </a:xfrm>
          <a:prstGeom prst="rect">
            <a:avLst/>
          </a:prstGeom>
        </p:spPr>
      </p:pic>
      <p:sp>
        <p:nvSpPr>
          <p:cNvPr id="183" name="TextBox 182">
            <a:extLst>
              <a:ext uri="{FF2B5EF4-FFF2-40B4-BE49-F238E27FC236}">
                <a16:creationId xmlns:a16="http://schemas.microsoft.com/office/drawing/2014/main" id="{59CB28C1-197D-E363-438C-3FBDC70E303E}"/>
              </a:ext>
            </a:extLst>
          </p:cNvPr>
          <p:cNvSpPr txBox="1"/>
          <p:nvPr/>
        </p:nvSpPr>
        <p:spPr>
          <a:xfrm>
            <a:off x="3979274" y="5870763"/>
            <a:ext cx="75289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Resource</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Group</a:t>
            </a:r>
          </a:p>
        </p:txBody>
      </p:sp>
      <p:pic>
        <p:nvPicPr>
          <p:cNvPr id="185" name="Graphic 184">
            <a:extLst>
              <a:ext uri="{FF2B5EF4-FFF2-40B4-BE49-F238E27FC236}">
                <a16:creationId xmlns:a16="http://schemas.microsoft.com/office/drawing/2014/main" id="{7AADD447-1AE4-A5EA-C3DC-D2BED09C49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8269078" y="1501965"/>
            <a:ext cx="351904" cy="351904"/>
          </a:xfrm>
          <a:prstGeom prst="rect">
            <a:avLst/>
          </a:prstGeom>
        </p:spPr>
      </p:pic>
      <p:pic>
        <p:nvPicPr>
          <p:cNvPr id="186" name="Graphic 185">
            <a:extLst>
              <a:ext uri="{FF2B5EF4-FFF2-40B4-BE49-F238E27FC236}">
                <a16:creationId xmlns:a16="http://schemas.microsoft.com/office/drawing/2014/main" id="{8BA5896B-E8B3-DED8-8BD1-6D1F95F9E98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3870129" y="1439715"/>
            <a:ext cx="351904" cy="351904"/>
          </a:xfrm>
          <a:prstGeom prst="rect">
            <a:avLst/>
          </a:prstGeom>
        </p:spPr>
      </p:pic>
      <p:sp>
        <p:nvSpPr>
          <p:cNvPr id="187" name="TextBox 186">
            <a:extLst>
              <a:ext uri="{FF2B5EF4-FFF2-40B4-BE49-F238E27FC236}">
                <a16:creationId xmlns:a16="http://schemas.microsoft.com/office/drawing/2014/main" id="{D7F94AA0-2B05-BCE6-D56B-B24D5F421834}"/>
              </a:ext>
            </a:extLst>
          </p:cNvPr>
          <p:cNvSpPr txBox="1"/>
          <p:nvPr/>
        </p:nvSpPr>
        <p:spPr>
          <a:xfrm>
            <a:off x="4716467" y="5919164"/>
            <a:ext cx="752896"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00BCF2">
                    <a:lumMod val="50000"/>
                  </a:srgbClr>
                </a:solidFill>
                <a:effectLst/>
                <a:uLnTx/>
                <a:uFillTx/>
                <a:latin typeface="Segoe UI"/>
                <a:ea typeface="+mn-ea"/>
                <a:cs typeface="+mn-cs"/>
              </a:rPr>
              <a:t>Postgresql</a:t>
            </a: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sp>
        <p:nvSpPr>
          <p:cNvPr id="190" name="TextBox 189">
            <a:extLst>
              <a:ext uri="{FF2B5EF4-FFF2-40B4-BE49-F238E27FC236}">
                <a16:creationId xmlns:a16="http://schemas.microsoft.com/office/drawing/2014/main" id="{7A2A2FFD-DAF4-F439-B12C-23DCE62E8907}"/>
              </a:ext>
            </a:extLst>
          </p:cNvPr>
          <p:cNvSpPr txBox="1"/>
          <p:nvPr/>
        </p:nvSpPr>
        <p:spPr>
          <a:xfrm>
            <a:off x="4716733" y="6242585"/>
            <a:ext cx="752896"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OpenAI</a:t>
            </a:r>
          </a:p>
        </p:txBody>
      </p:sp>
      <p:sp>
        <p:nvSpPr>
          <p:cNvPr id="191" name="TextBox 190">
            <a:extLst>
              <a:ext uri="{FF2B5EF4-FFF2-40B4-BE49-F238E27FC236}">
                <a16:creationId xmlns:a16="http://schemas.microsoft.com/office/drawing/2014/main" id="{45A3641A-395E-BE14-8482-96DDB74C16C7}"/>
              </a:ext>
            </a:extLst>
          </p:cNvPr>
          <p:cNvSpPr txBox="1"/>
          <p:nvPr/>
        </p:nvSpPr>
        <p:spPr>
          <a:xfrm>
            <a:off x="5520437" y="6253158"/>
            <a:ext cx="752896"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00BCF2">
                    <a:lumMod val="50000"/>
                  </a:srgbClr>
                </a:solidFill>
                <a:effectLst/>
                <a:uLnTx/>
                <a:uFillTx/>
                <a:latin typeface="Segoe UI"/>
                <a:ea typeface="+mn-ea"/>
                <a:cs typeface="+mn-cs"/>
              </a:rPr>
              <a:t>CosmosDB</a:t>
            </a:r>
            <a:endPar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endParaRPr>
          </a:p>
        </p:txBody>
      </p:sp>
      <p:sp>
        <p:nvSpPr>
          <p:cNvPr id="192" name="TextBox 191">
            <a:extLst>
              <a:ext uri="{FF2B5EF4-FFF2-40B4-BE49-F238E27FC236}">
                <a16:creationId xmlns:a16="http://schemas.microsoft.com/office/drawing/2014/main" id="{9DB1F838-4252-9B4D-48B4-B73CB4762922}"/>
              </a:ext>
            </a:extLst>
          </p:cNvPr>
          <p:cNvSpPr txBox="1"/>
          <p:nvPr/>
        </p:nvSpPr>
        <p:spPr>
          <a:xfrm>
            <a:off x="5512575" y="5924889"/>
            <a:ext cx="752896"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AI Search</a:t>
            </a:r>
          </a:p>
        </p:txBody>
      </p:sp>
      <p:sp>
        <p:nvSpPr>
          <p:cNvPr id="197" name="TextBox 196">
            <a:extLst>
              <a:ext uri="{FF2B5EF4-FFF2-40B4-BE49-F238E27FC236}">
                <a16:creationId xmlns:a16="http://schemas.microsoft.com/office/drawing/2014/main" id="{B4A2731C-0266-9244-F5AC-1386CBCC097A}"/>
              </a:ext>
            </a:extLst>
          </p:cNvPr>
          <p:cNvSpPr txBox="1"/>
          <p:nvPr/>
        </p:nvSpPr>
        <p:spPr>
          <a:xfrm>
            <a:off x="4158964" y="1636766"/>
            <a:ext cx="1115092" cy="338554"/>
          </a:xfrm>
          <a:prstGeom prst="rect">
            <a:avLst/>
          </a:prstGeom>
          <a:noFill/>
        </p:spPr>
        <p:txBody>
          <a:bodyPr wrap="square" rtlCol="0">
            <a:spAutoFit/>
          </a:bodyPr>
          <a:lstStyle/>
          <a:p>
            <a:r>
              <a:rPr lang="en-US" sz="800">
                <a:solidFill>
                  <a:schemeClr val="accent1">
                    <a:lumMod val="75000"/>
                  </a:schemeClr>
                </a:solidFill>
              </a:rPr>
              <a:t>private </a:t>
            </a:r>
            <a:r>
              <a:rPr lang="en-US" sz="800" dirty="0">
                <a:solidFill>
                  <a:schemeClr val="accent1">
                    <a:lumMod val="75000"/>
                  </a:schemeClr>
                </a:solidFill>
              </a:rPr>
              <a:t>Fabric resource group </a:t>
            </a:r>
          </a:p>
        </p:txBody>
      </p:sp>
      <p:sp>
        <p:nvSpPr>
          <p:cNvPr id="205" name="TextBox 204">
            <a:extLst>
              <a:ext uri="{FF2B5EF4-FFF2-40B4-BE49-F238E27FC236}">
                <a16:creationId xmlns:a16="http://schemas.microsoft.com/office/drawing/2014/main" id="{1D46A70C-C185-4A90-B571-8B77B6E78077}"/>
              </a:ext>
            </a:extLst>
          </p:cNvPr>
          <p:cNvSpPr txBox="1"/>
          <p:nvPr/>
        </p:nvSpPr>
        <p:spPr>
          <a:xfrm>
            <a:off x="8581828" y="1614141"/>
            <a:ext cx="1115092" cy="338554"/>
          </a:xfrm>
          <a:prstGeom prst="rect">
            <a:avLst/>
          </a:prstGeom>
          <a:noFill/>
        </p:spPr>
        <p:txBody>
          <a:bodyPr wrap="square" rtlCol="0">
            <a:spAutoFit/>
          </a:bodyPr>
          <a:lstStyle/>
          <a:p>
            <a:r>
              <a:rPr lang="en-US" sz="800" dirty="0">
                <a:solidFill>
                  <a:schemeClr val="accent1">
                    <a:lumMod val="75000"/>
                  </a:schemeClr>
                </a:solidFill>
              </a:rPr>
              <a:t>private data source resource group </a:t>
            </a:r>
          </a:p>
        </p:txBody>
      </p:sp>
      <p:sp>
        <p:nvSpPr>
          <p:cNvPr id="164" name="Rectangle 163">
            <a:extLst>
              <a:ext uri="{FF2B5EF4-FFF2-40B4-BE49-F238E27FC236}">
                <a16:creationId xmlns:a16="http://schemas.microsoft.com/office/drawing/2014/main" id="{6704AC46-7E30-F7D7-2594-86E8F96108F2}"/>
              </a:ext>
            </a:extLst>
          </p:cNvPr>
          <p:cNvSpPr/>
          <p:nvPr/>
        </p:nvSpPr>
        <p:spPr>
          <a:xfrm>
            <a:off x="5637110" y="1823179"/>
            <a:ext cx="2506796" cy="3153634"/>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pic>
        <p:nvPicPr>
          <p:cNvPr id="165" name="Graphic 164">
            <a:extLst>
              <a:ext uri="{FF2B5EF4-FFF2-40B4-BE49-F238E27FC236}">
                <a16:creationId xmlns:a16="http://schemas.microsoft.com/office/drawing/2014/main" id="{EB59AC98-3A5A-DE58-15F4-BDF1E0315EBE}"/>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631927" y="1579034"/>
            <a:ext cx="300461" cy="300461"/>
          </a:xfrm>
          <a:prstGeom prst="rect">
            <a:avLst/>
          </a:prstGeom>
        </p:spPr>
      </p:pic>
      <p:sp>
        <p:nvSpPr>
          <p:cNvPr id="166" name="Rectangle 165">
            <a:extLst>
              <a:ext uri="{FF2B5EF4-FFF2-40B4-BE49-F238E27FC236}">
                <a16:creationId xmlns:a16="http://schemas.microsoft.com/office/drawing/2014/main" id="{1BC8FD3D-7A87-4130-0132-5C8242AC24E0}"/>
              </a:ext>
            </a:extLst>
          </p:cNvPr>
          <p:cNvSpPr/>
          <p:nvPr/>
        </p:nvSpPr>
        <p:spPr>
          <a:xfrm>
            <a:off x="6913563" y="1957187"/>
            <a:ext cx="1115093" cy="2928820"/>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167" name="TextBox 166">
            <a:extLst>
              <a:ext uri="{FF2B5EF4-FFF2-40B4-BE49-F238E27FC236}">
                <a16:creationId xmlns:a16="http://schemas.microsoft.com/office/drawing/2014/main" id="{A369682B-F3D0-5080-7574-F262BA5AA1A4}"/>
              </a:ext>
            </a:extLst>
          </p:cNvPr>
          <p:cNvSpPr txBox="1"/>
          <p:nvPr/>
        </p:nvSpPr>
        <p:spPr>
          <a:xfrm>
            <a:off x="6884002" y="1920446"/>
            <a:ext cx="811404" cy="338554"/>
          </a:xfrm>
          <a:prstGeom prst="rect">
            <a:avLst/>
          </a:prstGeom>
          <a:noFill/>
        </p:spPr>
        <p:txBody>
          <a:bodyPr wrap="square" rtlCol="0">
            <a:spAutoFit/>
          </a:bodyPr>
          <a:lstStyle/>
          <a:p>
            <a:r>
              <a:rPr lang="en-US" sz="800" dirty="0">
                <a:solidFill>
                  <a:schemeClr val="accent1">
                    <a:lumMod val="75000"/>
                  </a:schemeClr>
                </a:solidFill>
              </a:rPr>
              <a:t>default</a:t>
            </a:r>
          </a:p>
          <a:p>
            <a:r>
              <a:rPr lang="en-US" sz="800" dirty="0">
                <a:solidFill>
                  <a:schemeClr val="accent1">
                    <a:lumMod val="75000"/>
                  </a:schemeClr>
                </a:solidFill>
              </a:rPr>
              <a:t>Subnet</a:t>
            </a:r>
          </a:p>
        </p:txBody>
      </p:sp>
      <p:sp>
        <p:nvSpPr>
          <p:cNvPr id="168" name="TextBox 167">
            <a:extLst>
              <a:ext uri="{FF2B5EF4-FFF2-40B4-BE49-F238E27FC236}">
                <a16:creationId xmlns:a16="http://schemas.microsoft.com/office/drawing/2014/main" id="{087F21CF-140C-1B31-FDCC-73EAEEA08A69}"/>
              </a:ext>
            </a:extLst>
          </p:cNvPr>
          <p:cNvSpPr txBox="1"/>
          <p:nvPr/>
        </p:nvSpPr>
        <p:spPr>
          <a:xfrm>
            <a:off x="7377904" y="4678581"/>
            <a:ext cx="940070" cy="215444"/>
          </a:xfrm>
          <a:prstGeom prst="rect">
            <a:avLst/>
          </a:prstGeom>
          <a:noFill/>
        </p:spPr>
        <p:txBody>
          <a:bodyPr wrap="square" rtlCol="0">
            <a:spAutoFit/>
          </a:bodyPr>
          <a:lstStyle/>
          <a:p>
            <a:r>
              <a:rPr lang="en-US" sz="800" dirty="0">
                <a:solidFill>
                  <a:schemeClr val="accent1">
                    <a:lumMod val="75000"/>
                  </a:schemeClr>
                </a:solidFill>
              </a:rPr>
              <a:t>10.0.0.0/24</a:t>
            </a:r>
          </a:p>
        </p:txBody>
      </p:sp>
      <p:sp>
        <p:nvSpPr>
          <p:cNvPr id="169" name="TextBox 168">
            <a:extLst>
              <a:ext uri="{FF2B5EF4-FFF2-40B4-BE49-F238E27FC236}">
                <a16:creationId xmlns:a16="http://schemas.microsoft.com/office/drawing/2014/main" id="{602C9ED1-C038-EDCE-154E-C2E0E2BAFD05}"/>
              </a:ext>
            </a:extLst>
          </p:cNvPr>
          <p:cNvSpPr txBox="1"/>
          <p:nvPr/>
        </p:nvSpPr>
        <p:spPr>
          <a:xfrm>
            <a:off x="5614770" y="1857501"/>
            <a:ext cx="940070" cy="215444"/>
          </a:xfrm>
          <a:prstGeom prst="rect">
            <a:avLst/>
          </a:prstGeom>
          <a:noFill/>
        </p:spPr>
        <p:txBody>
          <a:bodyPr wrap="square" rtlCol="0">
            <a:spAutoFit/>
          </a:bodyPr>
          <a:lstStyle/>
          <a:p>
            <a:r>
              <a:rPr lang="en-US" sz="800" dirty="0">
                <a:solidFill>
                  <a:schemeClr val="accent1">
                    <a:lumMod val="75000"/>
                  </a:schemeClr>
                </a:solidFill>
              </a:rPr>
              <a:t>10.0.0.0/16</a:t>
            </a:r>
          </a:p>
        </p:txBody>
      </p:sp>
      <p:sp>
        <p:nvSpPr>
          <p:cNvPr id="175" name="TextBox 174">
            <a:extLst>
              <a:ext uri="{FF2B5EF4-FFF2-40B4-BE49-F238E27FC236}">
                <a16:creationId xmlns:a16="http://schemas.microsoft.com/office/drawing/2014/main" id="{0E0A0156-164F-9383-40F1-4FD3857A26E2}"/>
              </a:ext>
            </a:extLst>
          </p:cNvPr>
          <p:cNvSpPr txBox="1"/>
          <p:nvPr/>
        </p:nvSpPr>
        <p:spPr>
          <a:xfrm>
            <a:off x="7125761" y="2229589"/>
            <a:ext cx="97149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Azure Search</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10.0.0.8</a:t>
            </a:r>
          </a:p>
        </p:txBody>
      </p:sp>
      <p:pic>
        <p:nvPicPr>
          <p:cNvPr id="176" name="Picture 175">
            <a:extLst>
              <a:ext uri="{FF2B5EF4-FFF2-40B4-BE49-F238E27FC236}">
                <a16:creationId xmlns:a16="http://schemas.microsoft.com/office/drawing/2014/main" id="{473B9766-69A9-F7AB-CB33-5F26A1140D82}"/>
              </a:ext>
            </a:extLst>
          </p:cNvPr>
          <p:cNvPicPr>
            <a:picLocks noChangeAspect="1"/>
          </p:cNvPicPr>
          <p:nvPr/>
        </p:nvPicPr>
        <p:blipFill>
          <a:blip r:embed="rId17"/>
          <a:stretch>
            <a:fillRect/>
          </a:stretch>
        </p:blipFill>
        <p:spPr>
          <a:xfrm>
            <a:off x="7628065" y="2038898"/>
            <a:ext cx="238753" cy="226816"/>
          </a:xfrm>
          <a:prstGeom prst="rect">
            <a:avLst/>
          </a:prstGeom>
        </p:spPr>
      </p:pic>
      <p:pic>
        <p:nvPicPr>
          <p:cNvPr id="181" name="Graphic 180">
            <a:extLst>
              <a:ext uri="{FF2B5EF4-FFF2-40B4-BE49-F238E27FC236}">
                <a16:creationId xmlns:a16="http://schemas.microsoft.com/office/drawing/2014/main" id="{F36983C9-EF68-1270-3005-430E51B58E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409127" y="2087947"/>
            <a:ext cx="213757" cy="213757"/>
          </a:xfrm>
          <a:prstGeom prst="rect">
            <a:avLst/>
          </a:prstGeom>
        </p:spPr>
      </p:pic>
      <p:pic>
        <p:nvPicPr>
          <p:cNvPr id="184" name="Graphic 183">
            <a:extLst>
              <a:ext uri="{FF2B5EF4-FFF2-40B4-BE49-F238E27FC236}">
                <a16:creationId xmlns:a16="http://schemas.microsoft.com/office/drawing/2014/main" id="{D71D9563-D9B1-B377-DBAE-D7D46B393DC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859005" y="2086461"/>
            <a:ext cx="221246" cy="221246"/>
          </a:xfrm>
          <a:prstGeom prst="rect">
            <a:avLst/>
          </a:prstGeom>
        </p:spPr>
      </p:pic>
      <p:sp>
        <p:nvSpPr>
          <p:cNvPr id="188" name="TextBox 187">
            <a:extLst>
              <a:ext uri="{FF2B5EF4-FFF2-40B4-BE49-F238E27FC236}">
                <a16:creationId xmlns:a16="http://schemas.microsoft.com/office/drawing/2014/main" id="{11068EF1-E379-166D-3CE2-A1DD579E167C}"/>
              </a:ext>
            </a:extLst>
          </p:cNvPr>
          <p:cNvSpPr txBox="1"/>
          <p:nvPr/>
        </p:nvSpPr>
        <p:spPr>
          <a:xfrm>
            <a:off x="7292938" y="2757218"/>
            <a:ext cx="88550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Blob</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10.0.0.9</a:t>
            </a:r>
          </a:p>
        </p:txBody>
      </p:sp>
      <p:pic>
        <p:nvPicPr>
          <p:cNvPr id="189" name="Picture 188">
            <a:extLst>
              <a:ext uri="{FF2B5EF4-FFF2-40B4-BE49-F238E27FC236}">
                <a16:creationId xmlns:a16="http://schemas.microsoft.com/office/drawing/2014/main" id="{EB78D75E-5321-4B4C-82D6-EFC1C1E0EF38}"/>
              </a:ext>
            </a:extLst>
          </p:cNvPr>
          <p:cNvPicPr>
            <a:picLocks noChangeAspect="1"/>
          </p:cNvPicPr>
          <p:nvPr/>
        </p:nvPicPr>
        <p:blipFill>
          <a:blip r:embed="rId17"/>
          <a:stretch>
            <a:fillRect/>
          </a:stretch>
        </p:blipFill>
        <p:spPr>
          <a:xfrm>
            <a:off x="7611508" y="2519095"/>
            <a:ext cx="238753" cy="226816"/>
          </a:xfrm>
          <a:prstGeom prst="rect">
            <a:avLst/>
          </a:prstGeom>
        </p:spPr>
      </p:pic>
      <p:pic>
        <p:nvPicPr>
          <p:cNvPr id="193" name="Graphic 192">
            <a:extLst>
              <a:ext uri="{FF2B5EF4-FFF2-40B4-BE49-F238E27FC236}">
                <a16:creationId xmlns:a16="http://schemas.microsoft.com/office/drawing/2014/main" id="{708F5BEA-86A1-55FD-962F-1CCDF47030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392570" y="2568144"/>
            <a:ext cx="213757" cy="213757"/>
          </a:xfrm>
          <a:prstGeom prst="rect">
            <a:avLst/>
          </a:prstGeom>
        </p:spPr>
      </p:pic>
      <p:pic>
        <p:nvPicPr>
          <p:cNvPr id="194" name="Graphic 193">
            <a:extLst>
              <a:ext uri="{FF2B5EF4-FFF2-40B4-BE49-F238E27FC236}">
                <a16:creationId xmlns:a16="http://schemas.microsoft.com/office/drawing/2014/main" id="{1376A65E-FD5D-8AFA-5C70-80712A31A30B}"/>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842448" y="2566658"/>
            <a:ext cx="221246" cy="221246"/>
          </a:xfrm>
          <a:prstGeom prst="rect">
            <a:avLst/>
          </a:prstGeom>
        </p:spPr>
      </p:pic>
      <p:sp>
        <p:nvSpPr>
          <p:cNvPr id="195" name="TextBox 194">
            <a:extLst>
              <a:ext uri="{FF2B5EF4-FFF2-40B4-BE49-F238E27FC236}">
                <a16:creationId xmlns:a16="http://schemas.microsoft.com/office/drawing/2014/main" id="{336563AA-459E-2C89-668D-EA8818E0A646}"/>
              </a:ext>
            </a:extLst>
          </p:cNvPr>
          <p:cNvSpPr txBox="1"/>
          <p:nvPr/>
        </p:nvSpPr>
        <p:spPr>
          <a:xfrm>
            <a:off x="7216990" y="3257999"/>
            <a:ext cx="109657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Cosmos DB</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10.0.0.10</a:t>
            </a:r>
          </a:p>
        </p:txBody>
      </p:sp>
      <p:pic>
        <p:nvPicPr>
          <p:cNvPr id="196" name="Picture 195">
            <a:extLst>
              <a:ext uri="{FF2B5EF4-FFF2-40B4-BE49-F238E27FC236}">
                <a16:creationId xmlns:a16="http://schemas.microsoft.com/office/drawing/2014/main" id="{39EFD0DC-4CD6-3095-7ADC-52E5B2813EAC}"/>
              </a:ext>
            </a:extLst>
          </p:cNvPr>
          <p:cNvPicPr>
            <a:picLocks noChangeAspect="1"/>
          </p:cNvPicPr>
          <p:nvPr/>
        </p:nvPicPr>
        <p:blipFill>
          <a:blip r:embed="rId17"/>
          <a:stretch>
            <a:fillRect/>
          </a:stretch>
        </p:blipFill>
        <p:spPr>
          <a:xfrm>
            <a:off x="7645902" y="3012221"/>
            <a:ext cx="238753" cy="226816"/>
          </a:xfrm>
          <a:prstGeom prst="rect">
            <a:avLst/>
          </a:prstGeom>
        </p:spPr>
      </p:pic>
      <p:pic>
        <p:nvPicPr>
          <p:cNvPr id="198" name="Graphic 197">
            <a:extLst>
              <a:ext uri="{FF2B5EF4-FFF2-40B4-BE49-F238E27FC236}">
                <a16:creationId xmlns:a16="http://schemas.microsoft.com/office/drawing/2014/main" id="{042EE654-99F0-42CC-8510-F8FFD4EBCD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426964" y="3061270"/>
            <a:ext cx="213757" cy="213757"/>
          </a:xfrm>
          <a:prstGeom prst="rect">
            <a:avLst/>
          </a:prstGeom>
        </p:spPr>
      </p:pic>
      <p:pic>
        <p:nvPicPr>
          <p:cNvPr id="199" name="Graphic 198">
            <a:extLst>
              <a:ext uri="{FF2B5EF4-FFF2-40B4-BE49-F238E27FC236}">
                <a16:creationId xmlns:a16="http://schemas.microsoft.com/office/drawing/2014/main" id="{926DD327-780E-E28A-5509-F133541427F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876842" y="3059784"/>
            <a:ext cx="221246" cy="221246"/>
          </a:xfrm>
          <a:prstGeom prst="rect">
            <a:avLst/>
          </a:prstGeom>
        </p:spPr>
      </p:pic>
      <p:sp>
        <p:nvSpPr>
          <p:cNvPr id="200" name="TextBox 199">
            <a:extLst>
              <a:ext uri="{FF2B5EF4-FFF2-40B4-BE49-F238E27FC236}">
                <a16:creationId xmlns:a16="http://schemas.microsoft.com/office/drawing/2014/main" id="{B214C286-3B13-7422-28DF-20CD1E1F8176}"/>
              </a:ext>
            </a:extLst>
          </p:cNvPr>
          <p:cNvSpPr txBox="1"/>
          <p:nvPr/>
        </p:nvSpPr>
        <p:spPr>
          <a:xfrm>
            <a:off x="5531115" y="3915492"/>
            <a:ext cx="97149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 </a:t>
            </a:r>
            <a:r>
              <a:rPr lang="en-US" sz="800" dirty="0">
                <a:solidFill>
                  <a:srgbClr val="00BCF2">
                    <a:lumMod val="50000"/>
                  </a:srgbClr>
                </a:solidFill>
                <a:latin typeface="Segoe UI"/>
              </a:rPr>
              <a:t>K</a:t>
            </a:r>
            <a:r>
              <a:rPr kumimoji="0" lang="en-US" sz="800" b="0" i="0" u="none" strike="noStrike" kern="1200" cap="none" spc="0" normalizeH="0" baseline="0" noProof="0" dirty="0" err="1">
                <a:ln>
                  <a:noFill/>
                </a:ln>
                <a:solidFill>
                  <a:srgbClr val="00BCF2">
                    <a:lumMod val="50000"/>
                  </a:srgbClr>
                </a:solidFill>
                <a:effectLst/>
                <a:uLnTx/>
                <a:uFillTx/>
                <a:latin typeface="Segoe UI"/>
                <a:ea typeface="+mn-ea"/>
                <a:cs typeface="+mn-cs"/>
              </a:rPr>
              <a:t>ey</a:t>
            </a: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 vault</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10.0.0.7</a:t>
            </a:r>
          </a:p>
        </p:txBody>
      </p:sp>
      <p:pic>
        <p:nvPicPr>
          <p:cNvPr id="201" name="Picture 200">
            <a:extLst>
              <a:ext uri="{FF2B5EF4-FFF2-40B4-BE49-F238E27FC236}">
                <a16:creationId xmlns:a16="http://schemas.microsoft.com/office/drawing/2014/main" id="{A7AF1F48-DECB-7DDC-07EF-1DD56BE29983}"/>
              </a:ext>
            </a:extLst>
          </p:cNvPr>
          <p:cNvPicPr>
            <a:picLocks noChangeAspect="1"/>
          </p:cNvPicPr>
          <p:nvPr/>
        </p:nvPicPr>
        <p:blipFill>
          <a:blip r:embed="rId17"/>
          <a:stretch>
            <a:fillRect/>
          </a:stretch>
        </p:blipFill>
        <p:spPr>
          <a:xfrm>
            <a:off x="7621860" y="4241889"/>
            <a:ext cx="238753" cy="226816"/>
          </a:xfrm>
          <a:prstGeom prst="rect">
            <a:avLst/>
          </a:prstGeom>
        </p:spPr>
      </p:pic>
      <p:pic>
        <p:nvPicPr>
          <p:cNvPr id="202" name="Graphic 201">
            <a:extLst>
              <a:ext uri="{FF2B5EF4-FFF2-40B4-BE49-F238E27FC236}">
                <a16:creationId xmlns:a16="http://schemas.microsoft.com/office/drawing/2014/main" id="{C325F171-77F5-C6A4-6902-0DB721E8FF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402922" y="4290938"/>
            <a:ext cx="213757" cy="213757"/>
          </a:xfrm>
          <a:prstGeom prst="rect">
            <a:avLst/>
          </a:prstGeom>
        </p:spPr>
      </p:pic>
      <p:pic>
        <p:nvPicPr>
          <p:cNvPr id="203" name="Graphic 202">
            <a:extLst>
              <a:ext uri="{FF2B5EF4-FFF2-40B4-BE49-F238E27FC236}">
                <a16:creationId xmlns:a16="http://schemas.microsoft.com/office/drawing/2014/main" id="{26483A51-ED74-391E-A7A3-797450853704}"/>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852800" y="4289452"/>
            <a:ext cx="221246" cy="221246"/>
          </a:xfrm>
          <a:prstGeom prst="rect">
            <a:avLst/>
          </a:prstGeom>
        </p:spPr>
      </p:pic>
      <p:sp>
        <p:nvSpPr>
          <p:cNvPr id="204" name="Rectangle 203">
            <a:extLst>
              <a:ext uri="{FF2B5EF4-FFF2-40B4-BE49-F238E27FC236}">
                <a16:creationId xmlns:a16="http://schemas.microsoft.com/office/drawing/2014/main" id="{C35CF51B-9D1D-391F-D8DB-2FA6DAE21B87}"/>
              </a:ext>
            </a:extLst>
          </p:cNvPr>
          <p:cNvSpPr/>
          <p:nvPr/>
        </p:nvSpPr>
        <p:spPr>
          <a:xfrm>
            <a:off x="5709373" y="3558267"/>
            <a:ext cx="1220773" cy="1327740"/>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pic>
        <p:nvPicPr>
          <p:cNvPr id="207" name="Picture 206">
            <a:extLst>
              <a:ext uri="{FF2B5EF4-FFF2-40B4-BE49-F238E27FC236}">
                <a16:creationId xmlns:a16="http://schemas.microsoft.com/office/drawing/2014/main" id="{495F4C30-5346-65B1-B512-DD655069D15A}"/>
              </a:ext>
            </a:extLst>
          </p:cNvPr>
          <p:cNvPicPr>
            <a:picLocks noChangeAspect="1"/>
          </p:cNvPicPr>
          <p:nvPr/>
        </p:nvPicPr>
        <p:blipFill>
          <a:blip r:embed="rId17"/>
          <a:stretch>
            <a:fillRect/>
          </a:stretch>
        </p:blipFill>
        <p:spPr>
          <a:xfrm>
            <a:off x="5904058" y="4370426"/>
            <a:ext cx="238753" cy="226816"/>
          </a:xfrm>
          <a:prstGeom prst="rect">
            <a:avLst/>
          </a:prstGeom>
        </p:spPr>
      </p:pic>
      <p:pic>
        <p:nvPicPr>
          <p:cNvPr id="208" name="Graphic 207">
            <a:extLst>
              <a:ext uri="{FF2B5EF4-FFF2-40B4-BE49-F238E27FC236}">
                <a16:creationId xmlns:a16="http://schemas.microsoft.com/office/drawing/2014/main" id="{9C5A4976-B454-13F8-EEFA-C37C0B468C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137825" y="4408347"/>
            <a:ext cx="213757" cy="213757"/>
          </a:xfrm>
          <a:prstGeom prst="rect">
            <a:avLst/>
          </a:prstGeom>
        </p:spPr>
      </p:pic>
      <p:pic>
        <p:nvPicPr>
          <p:cNvPr id="209" name="Graphic 208">
            <a:extLst>
              <a:ext uri="{FF2B5EF4-FFF2-40B4-BE49-F238E27FC236}">
                <a16:creationId xmlns:a16="http://schemas.microsoft.com/office/drawing/2014/main" id="{039CAE27-087F-48AC-9874-7C3540C7CBC9}"/>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rot="10800000">
            <a:off x="5665639" y="4384189"/>
            <a:ext cx="221246" cy="221246"/>
          </a:xfrm>
          <a:prstGeom prst="rect">
            <a:avLst/>
          </a:prstGeom>
        </p:spPr>
      </p:pic>
      <p:sp>
        <p:nvSpPr>
          <p:cNvPr id="210" name="TextBox 209">
            <a:extLst>
              <a:ext uri="{FF2B5EF4-FFF2-40B4-BE49-F238E27FC236}">
                <a16:creationId xmlns:a16="http://schemas.microsoft.com/office/drawing/2014/main" id="{14B6497E-A604-6A8D-8575-7C26E8EF4A12}"/>
              </a:ext>
            </a:extLst>
          </p:cNvPr>
          <p:cNvSpPr txBox="1"/>
          <p:nvPr/>
        </p:nvSpPr>
        <p:spPr>
          <a:xfrm>
            <a:off x="7439718" y="4440943"/>
            <a:ext cx="68405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Foundry</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10.0.0.4</a:t>
            </a:r>
          </a:p>
        </p:txBody>
      </p:sp>
      <p:sp>
        <p:nvSpPr>
          <p:cNvPr id="211" name="Rectangle 210">
            <a:extLst>
              <a:ext uri="{FF2B5EF4-FFF2-40B4-BE49-F238E27FC236}">
                <a16:creationId xmlns:a16="http://schemas.microsoft.com/office/drawing/2014/main" id="{19EFA14A-A8BF-0784-31EF-859748A7D078}"/>
              </a:ext>
            </a:extLst>
          </p:cNvPr>
          <p:cNvSpPr/>
          <p:nvPr/>
        </p:nvSpPr>
        <p:spPr>
          <a:xfrm>
            <a:off x="5701372" y="2581864"/>
            <a:ext cx="1115093" cy="405724"/>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212" name="TextBox 211">
            <a:extLst>
              <a:ext uri="{FF2B5EF4-FFF2-40B4-BE49-F238E27FC236}">
                <a16:creationId xmlns:a16="http://schemas.microsoft.com/office/drawing/2014/main" id="{0223BF1B-9E6D-9081-25BD-7B4920EE87B6}"/>
              </a:ext>
            </a:extLst>
          </p:cNvPr>
          <p:cNvSpPr txBox="1"/>
          <p:nvPr/>
        </p:nvSpPr>
        <p:spPr>
          <a:xfrm>
            <a:off x="5648167" y="2581863"/>
            <a:ext cx="1115092" cy="338554"/>
          </a:xfrm>
          <a:prstGeom prst="rect">
            <a:avLst/>
          </a:prstGeom>
          <a:noFill/>
        </p:spPr>
        <p:txBody>
          <a:bodyPr wrap="square" rtlCol="0">
            <a:spAutoFit/>
          </a:bodyPr>
          <a:lstStyle/>
          <a:p>
            <a:r>
              <a:rPr lang="en-US" sz="800" dirty="0">
                <a:solidFill>
                  <a:schemeClr val="accent1">
                    <a:lumMod val="75000"/>
                  </a:schemeClr>
                </a:solidFill>
              </a:rPr>
              <a:t>DNS Delegation</a:t>
            </a:r>
          </a:p>
          <a:p>
            <a:r>
              <a:rPr lang="en-US" sz="800" dirty="0">
                <a:solidFill>
                  <a:schemeClr val="accent1">
                    <a:lumMod val="75000"/>
                  </a:schemeClr>
                </a:solidFill>
              </a:rPr>
              <a:t>Subnet</a:t>
            </a:r>
          </a:p>
        </p:txBody>
      </p:sp>
      <p:sp>
        <p:nvSpPr>
          <p:cNvPr id="213" name="TextBox 212">
            <a:extLst>
              <a:ext uri="{FF2B5EF4-FFF2-40B4-BE49-F238E27FC236}">
                <a16:creationId xmlns:a16="http://schemas.microsoft.com/office/drawing/2014/main" id="{7885C043-3944-6F20-A91F-925EA9E12B6D}"/>
              </a:ext>
            </a:extLst>
          </p:cNvPr>
          <p:cNvSpPr txBox="1"/>
          <p:nvPr/>
        </p:nvSpPr>
        <p:spPr>
          <a:xfrm>
            <a:off x="6168087" y="2794835"/>
            <a:ext cx="759982" cy="215444"/>
          </a:xfrm>
          <a:prstGeom prst="rect">
            <a:avLst/>
          </a:prstGeom>
          <a:noFill/>
        </p:spPr>
        <p:txBody>
          <a:bodyPr wrap="square" rtlCol="0">
            <a:spAutoFit/>
          </a:bodyPr>
          <a:lstStyle/>
          <a:p>
            <a:r>
              <a:rPr lang="en-US" sz="800" dirty="0">
                <a:solidFill>
                  <a:schemeClr val="accent1">
                    <a:lumMod val="75000"/>
                  </a:schemeClr>
                </a:solidFill>
              </a:rPr>
              <a:t>10.0.2.0/24</a:t>
            </a:r>
          </a:p>
        </p:txBody>
      </p:sp>
      <p:cxnSp>
        <p:nvCxnSpPr>
          <p:cNvPr id="214" name="Straight Connector 213">
            <a:extLst>
              <a:ext uri="{FF2B5EF4-FFF2-40B4-BE49-F238E27FC236}">
                <a16:creationId xmlns:a16="http://schemas.microsoft.com/office/drawing/2014/main" id="{7A3D6938-0360-261A-DE59-12036BC6EF33}"/>
              </a:ext>
            </a:extLst>
          </p:cNvPr>
          <p:cNvCxnSpPr>
            <a:cxnSpLocks/>
            <a:stCxn id="286" idx="3"/>
          </p:cNvCxnSpPr>
          <p:nvPr/>
        </p:nvCxnSpPr>
        <p:spPr>
          <a:xfrm>
            <a:off x="5332660" y="3170548"/>
            <a:ext cx="377681" cy="779"/>
          </a:xfrm>
          <a:prstGeom prst="line">
            <a:avLst/>
          </a:prstGeom>
          <a:ln>
            <a:solidFill>
              <a:schemeClr val="tx1"/>
            </a:solidFill>
            <a:prstDash val="sys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5" name="Rectangle 214">
            <a:extLst>
              <a:ext uri="{FF2B5EF4-FFF2-40B4-BE49-F238E27FC236}">
                <a16:creationId xmlns:a16="http://schemas.microsoft.com/office/drawing/2014/main" id="{BBA14A7A-6B47-68E8-03B3-91901D530607}"/>
              </a:ext>
            </a:extLst>
          </p:cNvPr>
          <p:cNvSpPr/>
          <p:nvPr/>
        </p:nvSpPr>
        <p:spPr>
          <a:xfrm>
            <a:off x="5708134" y="3035360"/>
            <a:ext cx="1115093" cy="396573"/>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216" name="TextBox 215">
            <a:extLst>
              <a:ext uri="{FF2B5EF4-FFF2-40B4-BE49-F238E27FC236}">
                <a16:creationId xmlns:a16="http://schemas.microsoft.com/office/drawing/2014/main" id="{1236B843-3BF4-58AE-3CA7-373DF072DA61}"/>
              </a:ext>
            </a:extLst>
          </p:cNvPr>
          <p:cNvSpPr txBox="1"/>
          <p:nvPr/>
        </p:nvSpPr>
        <p:spPr>
          <a:xfrm>
            <a:off x="6174849" y="3231898"/>
            <a:ext cx="759982" cy="215444"/>
          </a:xfrm>
          <a:prstGeom prst="rect">
            <a:avLst/>
          </a:prstGeom>
          <a:noFill/>
        </p:spPr>
        <p:txBody>
          <a:bodyPr wrap="square" rtlCol="0">
            <a:spAutoFit/>
          </a:bodyPr>
          <a:lstStyle/>
          <a:p>
            <a:r>
              <a:rPr lang="en-US" sz="800" dirty="0">
                <a:solidFill>
                  <a:schemeClr val="accent1">
                    <a:lumMod val="75000"/>
                  </a:schemeClr>
                </a:solidFill>
              </a:rPr>
              <a:t>10.0.1.0/24</a:t>
            </a:r>
          </a:p>
        </p:txBody>
      </p:sp>
      <p:sp>
        <p:nvSpPr>
          <p:cNvPr id="217" name="TextBox 216">
            <a:extLst>
              <a:ext uri="{FF2B5EF4-FFF2-40B4-BE49-F238E27FC236}">
                <a16:creationId xmlns:a16="http://schemas.microsoft.com/office/drawing/2014/main" id="{30929DE1-DB34-1527-2FB2-14081237224C}"/>
              </a:ext>
            </a:extLst>
          </p:cNvPr>
          <p:cNvSpPr txBox="1"/>
          <p:nvPr/>
        </p:nvSpPr>
        <p:spPr>
          <a:xfrm>
            <a:off x="5658935" y="3019715"/>
            <a:ext cx="1115092" cy="215444"/>
          </a:xfrm>
          <a:prstGeom prst="rect">
            <a:avLst/>
          </a:prstGeom>
          <a:noFill/>
        </p:spPr>
        <p:txBody>
          <a:bodyPr wrap="square" rtlCol="0">
            <a:spAutoFit/>
          </a:bodyPr>
          <a:lstStyle/>
          <a:p>
            <a:r>
              <a:rPr lang="en-US" sz="800" dirty="0">
                <a:solidFill>
                  <a:schemeClr val="accent1">
                    <a:lumMod val="75000"/>
                  </a:schemeClr>
                </a:solidFill>
              </a:rPr>
              <a:t>VPN Gateway</a:t>
            </a:r>
          </a:p>
        </p:txBody>
      </p:sp>
      <p:sp>
        <p:nvSpPr>
          <p:cNvPr id="218" name="Rectangle 217">
            <a:extLst>
              <a:ext uri="{FF2B5EF4-FFF2-40B4-BE49-F238E27FC236}">
                <a16:creationId xmlns:a16="http://schemas.microsoft.com/office/drawing/2014/main" id="{9AF27AFA-EAFF-5C76-E159-CF1E56C26B9B}"/>
              </a:ext>
            </a:extLst>
          </p:cNvPr>
          <p:cNvSpPr/>
          <p:nvPr/>
        </p:nvSpPr>
        <p:spPr>
          <a:xfrm>
            <a:off x="5701372" y="2094183"/>
            <a:ext cx="1115093" cy="428977"/>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sp>
        <p:nvSpPr>
          <p:cNvPr id="219" name="TextBox 218">
            <a:extLst>
              <a:ext uri="{FF2B5EF4-FFF2-40B4-BE49-F238E27FC236}">
                <a16:creationId xmlns:a16="http://schemas.microsoft.com/office/drawing/2014/main" id="{CE2EBDFB-6EFF-2C41-63EB-2AADA9EBA956}"/>
              </a:ext>
            </a:extLst>
          </p:cNvPr>
          <p:cNvSpPr txBox="1"/>
          <p:nvPr/>
        </p:nvSpPr>
        <p:spPr>
          <a:xfrm>
            <a:off x="5648167" y="2094183"/>
            <a:ext cx="1115092" cy="338554"/>
          </a:xfrm>
          <a:prstGeom prst="rect">
            <a:avLst/>
          </a:prstGeom>
          <a:noFill/>
        </p:spPr>
        <p:txBody>
          <a:bodyPr wrap="square" rtlCol="0">
            <a:spAutoFit/>
          </a:bodyPr>
          <a:lstStyle/>
          <a:p>
            <a:r>
              <a:rPr lang="en-US" sz="800" dirty="0">
                <a:solidFill>
                  <a:schemeClr val="accent1">
                    <a:lumMod val="75000"/>
                  </a:schemeClr>
                </a:solidFill>
              </a:rPr>
              <a:t>agent</a:t>
            </a:r>
          </a:p>
          <a:p>
            <a:r>
              <a:rPr lang="en-US" sz="800" dirty="0">
                <a:solidFill>
                  <a:schemeClr val="accent1">
                    <a:lumMod val="75000"/>
                  </a:schemeClr>
                </a:solidFill>
              </a:rPr>
              <a:t>Subnet</a:t>
            </a:r>
          </a:p>
        </p:txBody>
      </p:sp>
      <p:sp>
        <p:nvSpPr>
          <p:cNvPr id="220" name="TextBox 219">
            <a:extLst>
              <a:ext uri="{FF2B5EF4-FFF2-40B4-BE49-F238E27FC236}">
                <a16:creationId xmlns:a16="http://schemas.microsoft.com/office/drawing/2014/main" id="{9998E1D5-A9C2-1B8F-64AC-3BAA14D0BAF0}"/>
              </a:ext>
            </a:extLst>
          </p:cNvPr>
          <p:cNvSpPr txBox="1"/>
          <p:nvPr/>
        </p:nvSpPr>
        <p:spPr>
          <a:xfrm>
            <a:off x="6168087" y="2307155"/>
            <a:ext cx="759982" cy="215444"/>
          </a:xfrm>
          <a:prstGeom prst="rect">
            <a:avLst/>
          </a:prstGeom>
          <a:noFill/>
        </p:spPr>
        <p:txBody>
          <a:bodyPr wrap="square" rtlCol="0">
            <a:spAutoFit/>
          </a:bodyPr>
          <a:lstStyle/>
          <a:p>
            <a:r>
              <a:rPr lang="en-US" sz="800" dirty="0">
                <a:solidFill>
                  <a:schemeClr val="accent1">
                    <a:lumMod val="75000"/>
                  </a:schemeClr>
                </a:solidFill>
              </a:rPr>
              <a:t>10.0.3.0/24</a:t>
            </a:r>
          </a:p>
        </p:txBody>
      </p:sp>
      <p:pic>
        <p:nvPicPr>
          <p:cNvPr id="221" name="Picture 220">
            <a:extLst>
              <a:ext uri="{FF2B5EF4-FFF2-40B4-BE49-F238E27FC236}">
                <a16:creationId xmlns:a16="http://schemas.microsoft.com/office/drawing/2014/main" id="{71A33423-1169-B8E9-3430-7034CC4AF3C3}"/>
              </a:ext>
            </a:extLst>
          </p:cNvPr>
          <p:cNvPicPr>
            <a:picLocks noChangeAspect="1"/>
          </p:cNvPicPr>
          <p:nvPr/>
        </p:nvPicPr>
        <p:blipFill>
          <a:blip r:embed="rId29"/>
          <a:stretch>
            <a:fillRect/>
          </a:stretch>
        </p:blipFill>
        <p:spPr>
          <a:xfrm>
            <a:off x="6873936" y="3556885"/>
            <a:ext cx="233993" cy="1329121"/>
          </a:xfrm>
          <a:prstGeom prst="rect">
            <a:avLst/>
          </a:prstGeom>
        </p:spPr>
      </p:pic>
      <p:pic>
        <p:nvPicPr>
          <p:cNvPr id="228" name="Graphic 227">
            <a:extLst>
              <a:ext uri="{FF2B5EF4-FFF2-40B4-BE49-F238E27FC236}">
                <a16:creationId xmlns:a16="http://schemas.microsoft.com/office/drawing/2014/main" id="{56C74454-BE2F-3E94-1DC6-31614A236353}"/>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6037080" y="3398358"/>
            <a:ext cx="1503969" cy="1503969"/>
          </a:xfrm>
          <a:prstGeom prst="rect">
            <a:avLst/>
          </a:prstGeom>
        </p:spPr>
      </p:pic>
      <p:pic>
        <p:nvPicPr>
          <p:cNvPr id="229" name="Graphic 228">
            <a:extLst>
              <a:ext uri="{FF2B5EF4-FFF2-40B4-BE49-F238E27FC236}">
                <a16:creationId xmlns:a16="http://schemas.microsoft.com/office/drawing/2014/main" id="{FE3B0940-5C17-26F8-F738-38976D3EACBD}"/>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7991061" y="1656736"/>
            <a:ext cx="271495" cy="271495"/>
          </a:xfrm>
          <a:prstGeom prst="rect">
            <a:avLst/>
          </a:prstGeom>
        </p:spPr>
      </p:pic>
      <p:pic>
        <p:nvPicPr>
          <p:cNvPr id="230" name="Picture 229">
            <a:extLst>
              <a:ext uri="{FF2B5EF4-FFF2-40B4-BE49-F238E27FC236}">
                <a16:creationId xmlns:a16="http://schemas.microsoft.com/office/drawing/2014/main" id="{D63FF5F6-E587-2C5A-FC27-7C3C93CB4A3F}"/>
              </a:ext>
            </a:extLst>
          </p:cNvPr>
          <p:cNvPicPr>
            <a:picLocks noChangeAspect="1"/>
          </p:cNvPicPr>
          <p:nvPr/>
        </p:nvPicPr>
        <p:blipFill>
          <a:blip r:embed="rId17"/>
          <a:stretch>
            <a:fillRect/>
          </a:stretch>
        </p:blipFill>
        <p:spPr>
          <a:xfrm>
            <a:off x="5909409" y="3767359"/>
            <a:ext cx="238753" cy="226816"/>
          </a:xfrm>
          <a:prstGeom prst="rect">
            <a:avLst/>
          </a:prstGeom>
        </p:spPr>
      </p:pic>
      <p:pic>
        <p:nvPicPr>
          <p:cNvPr id="231" name="Graphic 230">
            <a:extLst>
              <a:ext uri="{FF2B5EF4-FFF2-40B4-BE49-F238E27FC236}">
                <a16:creationId xmlns:a16="http://schemas.microsoft.com/office/drawing/2014/main" id="{E5C36D0B-C79F-5CFA-C263-0176292BA4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143176" y="3805280"/>
            <a:ext cx="213757" cy="213757"/>
          </a:xfrm>
          <a:prstGeom prst="rect">
            <a:avLst/>
          </a:prstGeom>
        </p:spPr>
      </p:pic>
      <p:pic>
        <p:nvPicPr>
          <p:cNvPr id="234" name="Graphic 233">
            <a:extLst>
              <a:ext uri="{FF2B5EF4-FFF2-40B4-BE49-F238E27FC236}">
                <a16:creationId xmlns:a16="http://schemas.microsoft.com/office/drawing/2014/main" id="{60CD145E-8EE5-3F1E-C50A-D5825952502C}"/>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rot="10800000">
            <a:off x="5670990" y="3781122"/>
            <a:ext cx="221246" cy="221246"/>
          </a:xfrm>
          <a:prstGeom prst="rect">
            <a:avLst/>
          </a:prstGeom>
        </p:spPr>
      </p:pic>
      <p:pic>
        <p:nvPicPr>
          <p:cNvPr id="235" name="Picture 234">
            <a:extLst>
              <a:ext uri="{FF2B5EF4-FFF2-40B4-BE49-F238E27FC236}">
                <a16:creationId xmlns:a16="http://schemas.microsoft.com/office/drawing/2014/main" id="{A4D10887-83B5-76B1-D0EA-FF5FBDA2EABD}"/>
              </a:ext>
            </a:extLst>
          </p:cNvPr>
          <p:cNvPicPr>
            <a:picLocks noChangeAspect="1"/>
          </p:cNvPicPr>
          <p:nvPr/>
        </p:nvPicPr>
        <p:blipFill>
          <a:blip r:embed="rId17"/>
          <a:stretch>
            <a:fillRect/>
          </a:stretch>
        </p:blipFill>
        <p:spPr>
          <a:xfrm>
            <a:off x="7619193" y="3645388"/>
            <a:ext cx="238753" cy="226816"/>
          </a:xfrm>
          <a:prstGeom prst="rect">
            <a:avLst/>
          </a:prstGeom>
        </p:spPr>
      </p:pic>
      <p:pic>
        <p:nvPicPr>
          <p:cNvPr id="236" name="Graphic 235">
            <a:extLst>
              <a:ext uri="{FF2B5EF4-FFF2-40B4-BE49-F238E27FC236}">
                <a16:creationId xmlns:a16="http://schemas.microsoft.com/office/drawing/2014/main" id="{8C63D728-BE1E-7946-61E8-687706212A2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400255" y="3694437"/>
            <a:ext cx="213757" cy="213757"/>
          </a:xfrm>
          <a:prstGeom prst="rect">
            <a:avLst/>
          </a:prstGeom>
        </p:spPr>
      </p:pic>
      <p:pic>
        <p:nvPicPr>
          <p:cNvPr id="245" name="Graphic 244">
            <a:extLst>
              <a:ext uri="{FF2B5EF4-FFF2-40B4-BE49-F238E27FC236}">
                <a16:creationId xmlns:a16="http://schemas.microsoft.com/office/drawing/2014/main" id="{F5F34357-E663-4072-D0A0-691BA50D236D}"/>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850133" y="3692951"/>
            <a:ext cx="221246" cy="221246"/>
          </a:xfrm>
          <a:prstGeom prst="rect">
            <a:avLst/>
          </a:prstGeom>
        </p:spPr>
      </p:pic>
      <p:sp>
        <p:nvSpPr>
          <p:cNvPr id="246" name="TextBox 245">
            <a:extLst>
              <a:ext uri="{FF2B5EF4-FFF2-40B4-BE49-F238E27FC236}">
                <a16:creationId xmlns:a16="http://schemas.microsoft.com/office/drawing/2014/main" id="{5535A147-CB61-A1FA-2221-741C6FEE6313}"/>
              </a:ext>
            </a:extLst>
          </p:cNvPr>
          <p:cNvSpPr txBox="1"/>
          <p:nvPr/>
        </p:nvSpPr>
        <p:spPr>
          <a:xfrm>
            <a:off x="7171585" y="3904838"/>
            <a:ext cx="109657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PostgreSQL</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10.0.0.12</a:t>
            </a:r>
          </a:p>
        </p:txBody>
      </p:sp>
      <p:sp>
        <p:nvSpPr>
          <p:cNvPr id="247" name="Rectangle 246">
            <a:extLst>
              <a:ext uri="{FF2B5EF4-FFF2-40B4-BE49-F238E27FC236}">
                <a16:creationId xmlns:a16="http://schemas.microsoft.com/office/drawing/2014/main" id="{BAAE1040-71D4-3087-7FED-BA2FB5EAA7BC}"/>
              </a:ext>
            </a:extLst>
          </p:cNvPr>
          <p:cNvSpPr/>
          <p:nvPr/>
        </p:nvSpPr>
        <p:spPr>
          <a:xfrm>
            <a:off x="10068834" y="2013128"/>
            <a:ext cx="1708982" cy="2524112"/>
          </a:xfrm>
          <a:prstGeom prst="rect">
            <a:avLst/>
          </a:prstGeom>
          <a:noFill/>
          <a:ln>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0" dirty="0">
              <a:solidFill>
                <a:schemeClr val="bg2">
                  <a:lumMod val="50000"/>
                </a:schemeClr>
              </a:solidFill>
            </a:endParaRPr>
          </a:p>
        </p:txBody>
      </p:sp>
      <p:pic>
        <p:nvPicPr>
          <p:cNvPr id="248" name="Picture 247">
            <a:extLst>
              <a:ext uri="{FF2B5EF4-FFF2-40B4-BE49-F238E27FC236}">
                <a16:creationId xmlns:a16="http://schemas.microsoft.com/office/drawing/2014/main" id="{D08B8BF4-EFE7-4030-2326-969094AFE72E}"/>
              </a:ext>
            </a:extLst>
          </p:cNvPr>
          <p:cNvPicPr>
            <a:picLocks noChangeAspect="1"/>
          </p:cNvPicPr>
          <p:nvPr/>
        </p:nvPicPr>
        <p:blipFill>
          <a:blip r:embed="rId17"/>
          <a:stretch>
            <a:fillRect/>
          </a:stretch>
        </p:blipFill>
        <p:spPr>
          <a:xfrm>
            <a:off x="10185805" y="3902054"/>
            <a:ext cx="238753" cy="226816"/>
          </a:xfrm>
          <a:prstGeom prst="rect">
            <a:avLst/>
          </a:prstGeom>
        </p:spPr>
      </p:pic>
      <p:sp>
        <p:nvSpPr>
          <p:cNvPr id="249" name="TextBox 248">
            <a:extLst>
              <a:ext uri="{FF2B5EF4-FFF2-40B4-BE49-F238E27FC236}">
                <a16:creationId xmlns:a16="http://schemas.microsoft.com/office/drawing/2014/main" id="{6BAD6A71-A844-3C65-D9BF-209DBAAA68E7}"/>
              </a:ext>
            </a:extLst>
          </p:cNvPr>
          <p:cNvSpPr txBox="1"/>
          <p:nvPr/>
        </p:nvSpPr>
        <p:spPr>
          <a:xfrm>
            <a:off x="10232141" y="4210847"/>
            <a:ext cx="1367479"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Key Vault managed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endpoint</a:t>
            </a:r>
          </a:p>
        </p:txBody>
      </p:sp>
      <p:pic>
        <p:nvPicPr>
          <p:cNvPr id="250" name="Graphic 249">
            <a:extLst>
              <a:ext uri="{FF2B5EF4-FFF2-40B4-BE49-F238E27FC236}">
                <a16:creationId xmlns:a16="http://schemas.microsoft.com/office/drawing/2014/main" id="{F43DE7AC-1906-EA80-8D7E-EC0587907A1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058814" y="2007897"/>
            <a:ext cx="300461" cy="300461"/>
          </a:xfrm>
          <a:prstGeom prst="rect">
            <a:avLst/>
          </a:prstGeom>
        </p:spPr>
      </p:pic>
      <p:sp>
        <p:nvSpPr>
          <p:cNvPr id="251" name="TextBox 250">
            <a:extLst>
              <a:ext uri="{FF2B5EF4-FFF2-40B4-BE49-F238E27FC236}">
                <a16:creationId xmlns:a16="http://schemas.microsoft.com/office/drawing/2014/main" id="{9B15EEF2-E393-025B-AE80-4039BF2FAA4A}"/>
              </a:ext>
            </a:extLst>
          </p:cNvPr>
          <p:cNvSpPr txBox="1"/>
          <p:nvPr/>
        </p:nvSpPr>
        <p:spPr>
          <a:xfrm>
            <a:off x="10323168" y="2015923"/>
            <a:ext cx="1115092" cy="338554"/>
          </a:xfrm>
          <a:prstGeom prst="rect">
            <a:avLst/>
          </a:prstGeom>
          <a:noFill/>
        </p:spPr>
        <p:txBody>
          <a:bodyPr wrap="square" rtlCol="0">
            <a:spAutoFit/>
          </a:bodyPr>
          <a:lstStyle/>
          <a:p>
            <a:r>
              <a:rPr lang="en-US" sz="800" dirty="0">
                <a:solidFill>
                  <a:schemeClr val="accent1">
                    <a:lumMod val="75000"/>
                  </a:schemeClr>
                </a:solidFill>
              </a:rPr>
              <a:t>Fabric Managed Virtual Network</a:t>
            </a:r>
          </a:p>
        </p:txBody>
      </p:sp>
      <p:pic>
        <p:nvPicPr>
          <p:cNvPr id="252" name="Picture 251">
            <a:extLst>
              <a:ext uri="{FF2B5EF4-FFF2-40B4-BE49-F238E27FC236}">
                <a16:creationId xmlns:a16="http://schemas.microsoft.com/office/drawing/2014/main" id="{7E285B7C-5B50-2763-D720-49B66601615A}"/>
              </a:ext>
            </a:extLst>
          </p:cNvPr>
          <p:cNvPicPr>
            <a:picLocks noChangeAspect="1"/>
          </p:cNvPicPr>
          <p:nvPr/>
        </p:nvPicPr>
        <p:blipFill>
          <a:blip r:embed="rId17"/>
          <a:stretch>
            <a:fillRect/>
          </a:stretch>
        </p:blipFill>
        <p:spPr>
          <a:xfrm>
            <a:off x="10154380" y="3038410"/>
            <a:ext cx="238753" cy="226816"/>
          </a:xfrm>
          <a:prstGeom prst="rect">
            <a:avLst/>
          </a:prstGeom>
        </p:spPr>
      </p:pic>
      <p:sp>
        <p:nvSpPr>
          <p:cNvPr id="253" name="TextBox 252">
            <a:extLst>
              <a:ext uri="{FF2B5EF4-FFF2-40B4-BE49-F238E27FC236}">
                <a16:creationId xmlns:a16="http://schemas.microsoft.com/office/drawing/2014/main" id="{FF133732-AEE2-9214-1F29-855AA68025AE}"/>
              </a:ext>
            </a:extLst>
          </p:cNvPr>
          <p:cNvSpPr txBox="1"/>
          <p:nvPr/>
        </p:nvSpPr>
        <p:spPr>
          <a:xfrm>
            <a:off x="10346350" y="2982891"/>
            <a:ext cx="100473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Search managed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endpoint</a:t>
            </a:r>
          </a:p>
        </p:txBody>
      </p:sp>
      <p:pic>
        <p:nvPicPr>
          <p:cNvPr id="254" name="Picture 253">
            <a:extLst>
              <a:ext uri="{FF2B5EF4-FFF2-40B4-BE49-F238E27FC236}">
                <a16:creationId xmlns:a16="http://schemas.microsoft.com/office/drawing/2014/main" id="{BCF015FB-B550-67D4-925A-096DFD5D9ED0}"/>
              </a:ext>
            </a:extLst>
          </p:cNvPr>
          <p:cNvPicPr>
            <a:picLocks noChangeAspect="1"/>
          </p:cNvPicPr>
          <p:nvPr/>
        </p:nvPicPr>
        <p:blipFill>
          <a:blip r:embed="rId17"/>
          <a:stretch>
            <a:fillRect/>
          </a:stretch>
        </p:blipFill>
        <p:spPr>
          <a:xfrm>
            <a:off x="10171211" y="3639943"/>
            <a:ext cx="238753" cy="226816"/>
          </a:xfrm>
          <a:prstGeom prst="rect">
            <a:avLst/>
          </a:prstGeom>
        </p:spPr>
      </p:pic>
      <p:sp>
        <p:nvSpPr>
          <p:cNvPr id="255" name="TextBox 254">
            <a:extLst>
              <a:ext uri="{FF2B5EF4-FFF2-40B4-BE49-F238E27FC236}">
                <a16:creationId xmlns:a16="http://schemas.microsoft.com/office/drawing/2014/main" id="{66A941EA-6CC0-7D48-80F0-3B0873ECAFDD}"/>
              </a:ext>
            </a:extLst>
          </p:cNvPr>
          <p:cNvSpPr txBox="1"/>
          <p:nvPr/>
        </p:nvSpPr>
        <p:spPr>
          <a:xfrm>
            <a:off x="10274797" y="3601463"/>
            <a:ext cx="115431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Cosmos managed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endpoint</a:t>
            </a:r>
          </a:p>
        </p:txBody>
      </p:sp>
      <p:pic>
        <p:nvPicPr>
          <p:cNvPr id="256" name="Picture 255">
            <a:extLst>
              <a:ext uri="{FF2B5EF4-FFF2-40B4-BE49-F238E27FC236}">
                <a16:creationId xmlns:a16="http://schemas.microsoft.com/office/drawing/2014/main" id="{3544F206-2BC3-638B-0D63-E9E5CDD410F6}"/>
              </a:ext>
            </a:extLst>
          </p:cNvPr>
          <p:cNvPicPr>
            <a:picLocks noChangeAspect="1"/>
          </p:cNvPicPr>
          <p:nvPr/>
        </p:nvPicPr>
        <p:blipFill>
          <a:blip r:embed="rId17"/>
          <a:stretch>
            <a:fillRect/>
          </a:stretch>
        </p:blipFill>
        <p:spPr>
          <a:xfrm>
            <a:off x="10172160" y="3347325"/>
            <a:ext cx="238753" cy="226816"/>
          </a:xfrm>
          <a:prstGeom prst="rect">
            <a:avLst/>
          </a:prstGeom>
        </p:spPr>
      </p:pic>
      <p:sp>
        <p:nvSpPr>
          <p:cNvPr id="257" name="TextBox 256">
            <a:extLst>
              <a:ext uri="{FF2B5EF4-FFF2-40B4-BE49-F238E27FC236}">
                <a16:creationId xmlns:a16="http://schemas.microsoft.com/office/drawing/2014/main" id="{F4645963-ED28-2749-6914-3D375CC90AD3}"/>
              </a:ext>
            </a:extLst>
          </p:cNvPr>
          <p:cNvSpPr txBox="1"/>
          <p:nvPr/>
        </p:nvSpPr>
        <p:spPr>
          <a:xfrm>
            <a:off x="10266529" y="3312033"/>
            <a:ext cx="112319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Storage managed</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 private endpoint</a:t>
            </a:r>
          </a:p>
        </p:txBody>
      </p:sp>
      <p:pic>
        <p:nvPicPr>
          <p:cNvPr id="258" name="Picture 257">
            <a:extLst>
              <a:ext uri="{FF2B5EF4-FFF2-40B4-BE49-F238E27FC236}">
                <a16:creationId xmlns:a16="http://schemas.microsoft.com/office/drawing/2014/main" id="{BA1EE12C-80A9-B1F6-E6AF-714391BCEF7C}"/>
              </a:ext>
            </a:extLst>
          </p:cNvPr>
          <p:cNvPicPr>
            <a:picLocks noChangeAspect="1"/>
          </p:cNvPicPr>
          <p:nvPr/>
        </p:nvPicPr>
        <p:blipFill>
          <a:blip r:embed="rId25"/>
          <a:stretch>
            <a:fillRect/>
          </a:stretch>
        </p:blipFill>
        <p:spPr>
          <a:xfrm>
            <a:off x="11366630" y="2035837"/>
            <a:ext cx="346683" cy="375308"/>
          </a:xfrm>
          <a:prstGeom prst="rect">
            <a:avLst/>
          </a:prstGeom>
        </p:spPr>
      </p:pic>
      <p:pic>
        <p:nvPicPr>
          <p:cNvPr id="259" name="Graphic 258">
            <a:extLst>
              <a:ext uri="{FF2B5EF4-FFF2-40B4-BE49-F238E27FC236}">
                <a16:creationId xmlns:a16="http://schemas.microsoft.com/office/drawing/2014/main" id="{0AF7BEDB-9029-5F9A-CB91-64A22DCBC98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395242" y="4202663"/>
            <a:ext cx="242454" cy="242454"/>
          </a:xfrm>
          <a:prstGeom prst="rect">
            <a:avLst/>
          </a:prstGeom>
        </p:spPr>
      </p:pic>
      <p:pic>
        <p:nvPicPr>
          <p:cNvPr id="260" name="Graphic 259">
            <a:extLst>
              <a:ext uri="{FF2B5EF4-FFF2-40B4-BE49-F238E27FC236}">
                <a16:creationId xmlns:a16="http://schemas.microsoft.com/office/drawing/2014/main" id="{0C0EDCBB-6A13-1E6A-6D30-E6F77D852D4E}"/>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11326100" y="3524968"/>
            <a:ext cx="314399" cy="314399"/>
          </a:xfrm>
          <a:prstGeom prst="rect">
            <a:avLst/>
          </a:prstGeom>
        </p:spPr>
      </p:pic>
      <p:pic>
        <p:nvPicPr>
          <p:cNvPr id="261" name="Graphic 260">
            <a:extLst>
              <a:ext uri="{FF2B5EF4-FFF2-40B4-BE49-F238E27FC236}">
                <a16:creationId xmlns:a16="http://schemas.microsoft.com/office/drawing/2014/main" id="{B0974B5E-A298-8D18-FCD3-42B91934DE4D}"/>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11351086" y="2948161"/>
            <a:ext cx="289859" cy="289859"/>
          </a:xfrm>
          <a:prstGeom prst="rect">
            <a:avLst/>
          </a:prstGeom>
        </p:spPr>
      </p:pic>
      <p:pic>
        <p:nvPicPr>
          <p:cNvPr id="262" name="Graphic 261">
            <a:extLst>
              <a:ext uri="{FF2B5EF4-FFF2-40B4-BE49-F238E27FC236}">
                <a16:creationId xmlns:a16="http://schemas.microsoft.com/office/drawing/2014/main" id="{AD800107-5977-A683-9262-E2BF4B507DD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60500" y="3297678"/>
            <a:ext cx="247981" cy="247981"/>
          </a:xfrm>
          <a:prstGeom prst="rect">
            <a:avLst/>
          </a:prstGeom>
        </p:spPr>
      </p:pic>
      <p:pic>
        <p:nvPicPr>
          <p:cNvPr id="263" name="Graphic 262">
            <a:extLst>
              <a:ext uri="{FF2B5EF4-FFF2-40B4-BE49-F238E27FC236}">
                <a16:creationId xmlns:a16="http://schemas.microsoft.com/office/drawing/2014/main" id="{A66A1B5B-7171-00AA-B5DF-860FD5AC46CB}"/>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10371104" y="2340590"/>
            <a:ext cx="391693" cy="391693"/>
          </a:xfrm>
          <a:prstGeom prst="rect">
            <a:avLst/>
          </a:prstGeom>
        </p:spPr>
      </p:pic>
      <p:pic>
        <p:nvPicPr>
          <p:cNvPr id="264" name="Graphic 263">
            <a:extLst>
              <a:ext uri="{FF2B5EF4-FFF2-40B4-BE49-F238E27FC236}">
                <a16:creationId xmlns:a16="http://schemas.microsoft.com/office/drawing/2014/main" id="{C4E4F16C-B4A2-3E13-969B-D56FBF07BC05}"/>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10919926" y="2316043"/>
            <a:ext cx="391693" cy="391693"/>
          </a:xfrm>
          <a:prstGeom prst="rect">
            <a:avLst/>
          </a:prstGeom>
        </p:spPr>
      </p:pic>
      <p:sp>
        <p:nvSpPr>
          <p:cNvPr id="265" name="TextBox 264">
            <a:extLst>
              <a:ext uri="{FF2B5EF4-FFF2-40B4-BE49-F238E27FC236}">
                <a16:creationId xmlns:a16="http://schemas.microsoft.com/office/drawing/2014/main" id="{5CD9F6D9-1DD1-E4E8-5026-EC97B04661EA}"/>
              </a:ext>
            </a:extLst>
          </p:cNvPr>
          <p:cNvSpPr txBox="1"/>
          <p:nvPr/>
        </p:nvSpPr>
        <p:spPr>
          <a:xfrm>
            <a:off x="10285840" y="2764569"/>
            <a:ext cx="118609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Spark Cluster</a:t>
            </a:r>
          </a:p>
        </p:txBody>
      </p:sp>
      <p:pic>
        <p:nvPicPr>
          <p:cNvPr id="266" name="Graphic 265">
            <a:extLst>
              <a:ext uri="{FF2B5EF4-FFF2-40B4-BE49-F238E27FC236}">
                <a16:creationId xmlns:a16="http://schemas.microsoft.com/office/drawing/2014/main" id="{ABBD82D9-C033-84EA-BE81-E55408C25F83}"/>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11659224" y="1861983"/>
            <a:ext cx="271495" cy="271495"/>
          </a:xfrm>
          <a:prstGeom prst="rect">
            <a:avLst/>
          </a:prstGeom>
        </p:spPr>
      </p:pic>
      <p:pic>
        <p:nvPicPr>
          <p:cNvPr id="267" name="Picture 266">
            <a:extLst>
              <a:ext uri="{FF2B5EF4-FFF2-40B4-BE49-F238E27FC236}">
                <a16:creationId xmlns:a16="http://schemas.microsoft.com/office/drawing/2014/main" id="{16234F9E-E457-057C-FE1D-5C4E870FF17C}"/>
              </a:ext>
            </a:extLst>
          </p:cNvPr>
          <p:cNvPicPr>
            <a:picLocks noChangeAspect="1"/>
          </p:cNvPicPr>
          <p:nvPr/>
        </p:nvPicPr>
        <p:blipFill>
          <a:blip r:embed="rId17"/>
          <a:stretch>
            <a:fillRect/>
          </a:stretch>
        </p:blipFill>
        <p:spPr>
          <a:xfrm>
            <a:off x="10196800" y="4224137"/>
            <a:ext cx="238753" cy="226816"/>
          </a:xfrm>
          <a:prstGeom prst="rect">
            <a:avLst/>
          </a:prstGeom>
        </p:spPr>
      </p:pic>
      <p:sp>
        <p:nvSpPr>
          <p:cNvPr id="268" name="TextBox 267">
            <a:extLst>
              <a:ext uri="{FF2B5EF4-FFF2-40B4-BE49-F238E27FC236}">
                <a16:creationId xmlns:a16="http://schemas.microsoft.com/office/drawing/2014/main" id="{3B990173-5743-90B2-6393-DBA30EF5B7B6}"/>
              </a:ext>
            </a:extLst>
          </p:cNvPr>
          <p:cNvSpPr txBox="1"/>
          <p:nvPr/>
        </p:nvSpPr>
        <p:spPr>
          <a:xfrm>
            <a:off x="10282522" y="3893309"/>
            <a:ext cx="123535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PostgreSQL managed </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private endpoint</a:t>
            </a:r>
          </a:p>
        </p:txBody>
      </p:sp>
      <p:pic>
        <p:nvPicPr>
          <p:cNvPr id="269" name="Graphic 268">
            <a:extLst>
              <a:ext uri="{FF2B5EF4-FFF2-40B4-BE49-F238E27FC236}">
                <a16:creationId xmlns:a16="http://schemas.microsoft.com/office/drawing/2014/main" id="{9C635821-7A62-ED4E-FEC1-700EF61DD716}"/>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11338181" y="3820925"/>
            <a:ext cx="374884" cy="374884"/>
          </a:xfrm>
          <a:prstGeom prst="rect">
            <a:avLst/>
          </a:prstGeom>
        </p:spPr>
      </p:pic>
      <p:cxnSp>
        <p:nvCxnSpPr>
          <p:cNvPr id="270" name="Straight Arrow Connector 269">
            <a:extLst>
              <a:ext uri="{FF2B5EF4-FFF2-40B4-BE49-F238E27FC236}">
                <a16:creationId xmlns:a16="http://schemas.microsoft.com/office/drawing/2014/main" id="{C18A75A1-DEC0-AC6D-75AA-B34CF7E82526}"/>
              </a:ext>
            </a:extLst>
          </p:cNvPr>
          <p:cNvCxnSpPr>
            <a:cxnSpLocks/>
            <a:stCxn id="252" idx="1"/>
          </p:cNvCxnSpPr>
          <p:nvPr/>
        </p:nvCxnSpPr>
        <p:spPr>
          <a:xfrm flipH="1" flipV="1">
            <a:off x="9899979" y="2551667"/>
            <a:ext cx="254401" cy="600151"/>
          </a:xfrm>
          <a:prstGeom prst="straightConnector1">
            <a:avLst/>
          </a:prstGeom>
          <a:ln>
            <a:solidFill>
              <a:schemeClr val="accent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3" name="Straight Arrow Connector 272">
            <a:extLst>
              <a:ext uri="{FF2B5EF4-FFF2-40B4-BE49-F238E27FC236}">
                <a16:creationId xmlns:a16="http://schemas.microsoft.com/office/drawing/2014/main" id="{EE2B44A9-4B6F-2679-B292-39FA539F1862}"/>
              </a:ext>
            </a:extLst>
          </p:cNvPr>
          <p:cNvCxnSpPr>
            <a:cxnSpLocks/>
            <a:stCxn id="256" idx="1"/>
          </p:cNvCxnSpPr>
          <p:nvPr/>
        </p:nvCxnSpPr>
        <p:spPr>
          <a:xfrm flipH="1" flipV="1">
            <a:off x="8988580" y="2807415"/>
            <a:ext cx="1183580" cy="653318"/>
          </a:xfrm>
          <a:prstGeom prst="straightConnector1">
            <a:avLst/>
          </a:prstGeom>
          <a:ln>
            <a:solidFill>
              <a:schemeClr val="accent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77" name="Straight Arrow Connector 276">
            <a:extLst>
              <a:ext uri="{FF2B5EF4-FFF2-40B4-BE49-F238E27FC236}">
                <a16:creationId xmlns:a16="http://schemas.microsoft.com/office/drawing/2014/main" id="{4F750553-D35D-3B64-EBBE-5FC2343C6B37}"/>
              </a:ext>
            </a:extLst>
          </p:cNvPr>
          <p:cNvCxnSpPr>
            <a:cxnSpLocks/>
            <a:stCxn id="254" idx="1"/>
          </p:cNvCxnSpPr>
          <p:nvPr/>
        </p:nvCxnSpPr>
        <p:spPr>
          <a:xfrm flipH="1" flipV="1">
            <a:off x="8942180" y="3403105"/>
            <a:ext cx="1229031" cy="350246"/>
          </a:xfrm>
          <a:prstGeom prst="straightConnector1">
            <a:avLst/>
          </a:prstGeom>
          <a:ln>
            <a:solidFill>
              <a:schemeClr val="accent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80" name="Straight Arrow Connector 279">
            <a:extLst>
              <a:ext uri="{FF2B5EF4-FFF2-40B4-BE49-F238E27FC236}">
                <a16:creationId xmlns:a16="http://schemas.microsoft.com/office/drawing/2014/main" id="{0310CA71-A938-03B1-6479-54BE54C85338}"/>
              </a:ext>
            </a:extLst>
          </p:cNvPr>
          <p:cNvCxnSpPr>
            <a:cxnSpLocks/>
            <a:stCxn id="248" idx="1"/>
            <a:endCxn id="4" idx="3"/>
          </p:cNvCxnSpPr>
          <p:nvPr/>
        </p:nvCxnSpPr>
        <p:spPr>
          <a:xfrm flipH="1">
            <a:off x="9063606" y="4015462"/>
            <a:ext cx="1122199" cy="9622"/>
          </a:xfrm>
          <a:prstGeom prst="straightConnector1">
            <a:avLst/>
          </a:prstGeom>
          <a:ln>
            <a:solidFill>
              <a:schemeClr val="accent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283" name="Straight Arrow Connector 282">
            <a:extLst>
              <a:ext uri="{FF2B5EF4-FFF2-40B4-BE49-F238E27FC236}">
                <a16:creationId xmlns:a16="http://schemas.microsoft.com/office/drawing/2014/main" id="{AFCA133F-A63B-899C-A2CC-6484E44D5423}"/>
              </a:ext>
            </a:extLst>
          </p:cNvPr>
          <p:cNvCxnSpPr>
            <a:cxnSpLocks/>
            <a:stCxn id="267" idx="1"/>
          </p:cNvCxnSpPr>
          <p:nvPr/>
        </p:nvCxnSpPr>
        <p:spPr>
          <a:xfrm flipH="1">
            <a:off x="9382255" y="4337545"/>
            <a:ext cx="814545" cy="234878"/>
          </a:xfrm>
          <a:prstGeom prst="straightConnector1">
            <a:avLst/>
          </a:prstGeom>
          <a:ln>
            <a:solidFill>
              <a:schemeClr val="accent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286" name="Graphic 285">
            <a:extLst>
              <a:ext uri="{FF2B5EF4-FFF2-40B4-BE49-F238E27FC236}">
                <a16:creationId xmlns:a16="http://schemas.microsoft.com/office/drawing/2014/main" id="{83A23F98-4248-A154-E88A-9FC153282E82}"/>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5060726" y="3034581"/>
            <a:ext cx="271934" cy="271934"/>
          </a:xfrm>
          <a:prstGeom prst="rect">
            <a:avLst/>
          </a:prstGeom>
        </p:spPr>
      </p:pic>
      <p:pic>
        <p:nvPicPr>
          <p:cNvPr id="287" name="Graphic 286">
            <a:extLst>
              <a:ext uri="{FF2B5EF4-FFF2-40B4-BE49-F238E27FC236}">
                <a16:creationId xmlns:a16="http://schemas.microsoft.com/office/drawing/2014/main" id="{6849640F-496B-0EF0-B4F4-0C633CE508B1}"/>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868603" y="3520859"/>
            <a:ext cx="257701" cy="257701"/>
          </a:xfrm>
          <a:prstGeom prst="rect">
            <a:avLst/>
          </a:prstGeom>
        </p:spPr>
      </p:pic>
      <p:cxnSp>
        <p:nvCxnSpPr>
          <p:cNvPr id="288" name="Straight Connector 287">
            <a:extLst>
              <a:ext uri="{FF2B5EF4-FFF2-40B4-BE49-F238E27FC236}">
                <a16:creationId xmlns:a16="http://schemas.microsoft.com/office/drawing/2014/main" id="{A8D694BF-1EDA-1FFE-BF35-1228049DF0ED}"/>
              </a:ext>
            </a:extLst>
          </p:cNvPr>
          <p:cNvCxnSpPr>
            <a:cxnSpLocks/>
            <a:stCxn id="286" idx="1"/>
            <a:endCxn id="287" idx="3"/>
          </p:cNvCxnSpPr>
          <p:nvPr/>
        </p:nvCxnSpPr>
        <p:spPr>
          <a:xfrm flipH="1">
            <a:off x="2126304" y="3170548"/>
            <a:ext cx="2934422" cy="479162"/>
          </a:xfrm>
          <a:prstGeom prst="line">
            <a:avLst/>
          </a:prstGeom>
          <a:ln w="1905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89" name="Connector: Elbow 288">
            <a:extLst>
              <a:ext uri="{FF2B5EF4-FFF2-40B4-BE49-F238E27FC236}">
                <a16:creationId xmlns:a16="http://schemas.microsoft.com/office/drawing/2014/main" id="{96A5B4FF-F6CF-3DF1-A4DC-D863CF5ABB27}"/>
              </a:ext>
            </a:extLst>
          </p:cNvPr>
          <p:cNvCxnSpPr>
            <a:cxnSpLocks/>
          </p:cNvCxnSpPr>
          <p:nvPr/>
        </p:nvCxnSpPr>
        <p:spPr>
          <a:xfrm rot="10800000" flipV="1">
            <a:off x="781051" y="3649709"/>
            <a:ext cx="1076325" cy="401485"/>
          </a:xfrm>
          <a:prstGeom prst="bentConnector3">
            <a:avLst>
              <a:gd name="adj1" fmla="val 99558"/>
            </a:avLst>
          </a:prstGeom>
          <a:ln w="3810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90" name="TextBox 289">
            <a:extLst>
              <a:ext uri="{FF2B5EF4-FFF2-40B4-BE49-F238E27FC236}">
                <a16:creationId xmlns:a16="http://schemas.microsoft.com/office/drawing/2014/main" id="{6B037898-A55F-E5F7-B7E1-3C34269192F9}"/>
              </a:ext>
            </a:extLst>
          </p:cNvPr>
          <p:cNvSpPr txBox="1"/>
          <p:nvPr/>
        </p:nvSpPr>
        <p:spPr>
          <a:xfrm>
            <a:off x="1529405" y="3722747"/>
            <a:ext cx="81520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t>VPN Gateway</a:t>
            </a:r>
            <a:b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fr-FR" sz="800" b="0" i="0" u="none" strike="noStrike" kern="1200" cap="none" spc="0" normalizeH="0" baseline="0" noProof="0" dirty="0">
                <a:ln>
                  <a:noFill/>
                </a:ln>
                <a:solidFill>
                  <a:prstClr val="black"/>
                </a:solidFill>
                <a:effectLst/>
                <a:uLnTx/>
                <a:uFillTx/>
                <a:latin typeface="Calibri" panose="020F0502020204030204"/>
                <a:ea typeface="+mn-ea"/>
                <a:cs typeface="+mn-cs"/>
              </a:rPr>
              <a:t>IP </a:t>
            </a:r>
            <a:r>
              <a:rPr kumimoji="0" lang="fr-FR" sz="800" b="0" i="0" u="none" strike="noStrike" kern="1200" cap="none" spc="0" normalizeH="0" baseline="0" noProof="0" dirty="0" err="1">
                <a:ln>
                  <a:noFill/>
                </a:ln>
                <a:solidFill>
                  <a:prstClr val="black"/>
                </a:solidFill>
                <a:effectLst/>
                <a:uLnTx/>
                <a:uFillTx/>
                <a:latin typeface="Calibri" panose="020F0502020204030204"/>
                <a:ea typeface="+mn-ea"/>
                <a:cs typeface="+mn-cs"/>
              </a:rPr>
              <a:t>address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3" name="Picture 292">
            <a:extLst>
              <a:ext uri="{FF2B5EF4-FFF2-40B4-BE49-F238E27FC236}">
                <a16:creationId xmlns:a16="http://schemas.microsoft.com/office/drawing/2014/main" id="{481C5245-5354-6E17-8341-FAF3CDACEE5E}"/>
              </a:ext>
            </a:extLst>
          </p:cNvPr>
          <p:cNvPicPr>
            <a:picLocks noChangeAspect="1"/>
          </p:cNvPicPr>
          <p:nvPr/>
        </p:nvPicPr>
        <p:blipFill>
          <a:blip r:embed="rId34"/>
          <a:stretch>
            <a:fillRect/>
          </a:stretch>
        </p:blipFill>
        <p:spPr>
          <a:xfrm>
            <a:off x="3698231" y="6263676"/>
            <a:ext cx="297928" cy="338554"/>
          </a:xfrm>
          <a:prstGeom prst="rect">
            <a:avLst/>
          </a:prstGeom>
        </p:spPr>
      </p:pic>
      <p:sp>
        <p:nvSpPr>
          <p:cNvPr id="294" name="TextBox 293">
            <a:extLst>
              <a:ext uri="{FF2B5EF4-FFF2-40B4-BE49-F238E27FC236}">
                <a16:creationId xmlns:a16="http://schemas.microsoft.com/office/drawing/2014/main" id="{A314167A-E284-4EB5-F131-DD19253DC595}"/>
              </a:ext>
            </a:extLst>
          </p:cNvPr>
          <p:cNvSpPr txBox="1"/>
          <p:nvPr/>
        </p:nvSpPr>
        <p:spPr>
          <a:xfrm>
            <a:off x="3905506" y="6246798"/>
            <a:ext cx="73075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 Gateway</a:t>
            </a:r>
          </a:p>
        </p:txBody>
      </p:sp>
      <p:pic>
        <p:nvPicPr>
          <p:cNvPr id="295" name="Picture 294">
            <a:extLst>
              <a:ext uri="{FF2B5EF4-FFF2-40B4-BE49-F238E27FC236}">
                <a16:creationId xmlns:a16="http://schemas.microsoft.com/office/drawing/2014/main" id="{96B89291-0A4E-81B2-B64F-38667C4796F3}"/>
              </a:ext>
            </a:extLst>
          </p:cNvPr>
          <p:cNvPicPr>
            <a:picLocks noChangeAspect="1"/>
          </p:cNvPicPr>
          <p:nvPr/>
        </p:nvPicPr>
        <p:blipFill>
          <a:blip r:embed="rId34"/>
          <a:stretch>
            <a:fillRect/>
          </a:stretch>
        </p:blipFill>
        <p:spPr>
          <a:xfrm>
            <a:off x="5221991" y="4346643"/>
            <a:ext cx="297928" cy="338554"/>
          </a:xfrm>
          <a:prstGeom prst="rect">
            <a:avLst/>
          </a:prstGeom>
        </p:spPr>
      </p:pic>
      <p:sp>
        <p:nvSpPr>
          <p:cNvPr id="296" name="TextBox 295">
            <a:extLst>
              <a:ext uri="{FF2B5EF4-FFF2-40B4-BE49-F238E27FC236}">
                <a16:creationId xmlns:a16="http://schemas.microsoft.com/office/drawing/2014/main" id="{BDE0FED4-18ED-3595-F016-FD34A020096B}"/>
              </a:ext>
            </a:extLst>
          </p:cNvPr>
          <p:cNvSpPr txBox="1"/>
          <p:nvPr/>
        </p:nvSpPr>
        <p:spPr>
          <a:xfrm>
            <a:off x="4985511" y="4674245"/>
            <a:ext cx="73075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Data Gateway</a:t>
            </a:r>
          </a:p>
        </p:txBody>
      </p:sp>
      <p:sp>
        <p:nvSpPr>
          <p:cNvPr id="297" name="TextBox 296">
            <a:extLst>
              <a:ext uri="{FF2B5EF4-FFF2-40B4-BE49-F238E27FC236}">
                <a16:creationId xmlns:a16="http://schemas.microsoft.com/office/drawing/2014/main" id="{969577F9-3296-5E3C-D54D-B80B60D7DE42}"/>
              </a:ext>
            </a:extLst>
          </p:cNvPr>
          <p:cNvSpPr txBox="1"/>
          <p:nvPr/>
        </p:nvSpPr>
        <p:spPr>
          <a:xfrm>
            <a:off x="5572831" y="4574816"/>
            <a:ext cx="97149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 </a:t>
            </a:r>
            <a:r>
              <a:rPr lang="en-US" sz="800" dirty="0">
                <a:solidFill>
                  <a:srgbClr val="00BCF2">
                    <a:lumMod val="50000"/>
                  </a:srgbClr>
                </a:solidFill>
                <a:latin typeface="Segoe UI"/>
              </a:rPr>
              <a:t>Data gateway</a:t>
            </a:r>
            <a:b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br>
            <a:r>
              <a:rPr kumimoji="0" lang="en-US" sz="800" b="0" i="0" u="none" strike="noStrike" kern="1200" cap="none" spc="0" normalizeH="0" baseline="0" noProof="0" dirty="0">
                <a:ln>
                  <a:noFill/>
                </a:ln>
                <a:solidFill>
                  <a:srgbClr val="00BCF2">
                    <a:lumMod val="50000"/>
                  </a:srgbClr>
                </a:solidFill>
                <a:effectLst/>
                <a:uLnTx/>
                <a:uFillTx/>
                <a:latin typeface="Segoe UI"/>
                <a:ea typeface="+mn-ea"/>
                <a:cs typeface="+mn-cs"/>
              </a:rPr>
              <a:t>10.0.0.13</a:t>
            </a:r>
          </a:p>
        </p:txBody>
      </p:sp>
      <p:pic>
        <p:nvPicPr>
          <p:cNvPr id="303" name="Picture 302">
            <a:extLst>
              <a:ext uri="{FF2B5EF4-FFF2-40B4-BE49-F238E27FC236}">
                <a16:creationId xmlns:a16="http://schemas.microsoft.com/office/drawing/2014/main" id="{EC7EE72F-32B4-F993-DB45-DFCA47626C57}"/>
              </a:ext>
            </a:extLst>
          </p:cNvPr>
          <p:cNvPicPr>
            <a:picLocks noChangeAspect="1"/>
          </p:cNvPicPr>
          <p:nvPr/>
        </p:nvPicPr>
        <p:blipFill>
          <a:blip r:embed="rId35"/>
          <a:stretch>
            <a:fillRect/>
          </a:stretch>
        </p:blipFill>
        <p:spPr>
          <a:xfrm>
            <a:off x="5129242" y="3561266"/>
            <a:ext cx="199815" cy="199815"/>
          </a:xfrm>
          <a:prstGeom prst="rect">
            <a:avLst/>
          </a:prstGeom>
        </p:spPr>
      </p:pic>
      <p:pic>
        <p:nvPicPr>
          <p:cNvPr id="305" name="Picture 304">
            <a:extLst>
              <a:ext uri="{FF2B5EF4-FFF2-40B4-BE49-F238E27FC236}">
                <a16:creationId xmlns:a16="http://schemas.microsoft.com/office/drawing/2014/main" id="{695E06EA-3E68-6232-A485-47B5F53ADCD4}"/>
              </a:ext>
            </a:extLst>
          </p:cNvPr>
          <p:cNvPicPr>
            <a:picLocks noChangeAspect="1"/>
          </p:cNvPicPr>
          <p:nvPr/>
        </p:nvPicPr>
        <p:blipFill>
          <a:blip r:embed="rId35"/>
          <a:stretch>
            <a:fillRect/>
          </a:stretch>
        </p:blipFill>
        <p:spPr>
          <a:xfrm>
            <a:off x="5129242" y="4109591"/>
            <a:ext cx="199815" cy="199815"/>
          </a:xfrm>
          <a:prstGeom prst="rect">
            <a:avLst/>
          </a:prstGeom>
        </p:spPr>
      </p:pic>
      <p:pic>
        <p:nvPicPr>
          <p:cNvPr id="306" name="Picture 305">
            <a:extLst>
              <a:ext uri="{FF2B5EF4-FFF2-40B4-BE49-F238E27FC236}">
                <a16:creationId xmlns:a16="http://schemas.microsoft.com/office/drawing/2014/main" id="{0111F2AB-5DEF-A0C5-BC5A-A4902AECD3B0}"/>
              </a:ext>
            </a:extLst>
          </p:cNvPr>
          <p:cNvPicPr>
            <a:picLocks noChangeAspect="1"/>
          </p:cNvPicPr>
          <p:nvPr/>
        </p:nvPicPr>
        <p:blipFill>
          <a:blip r:embed="rId35"/>
          <a:stretch>
            <a:fillRect/>
          </a:stretch>
        </p:blipFill>
        <p:spPr>
          <a:xfrm>
            <a:off x="8478997" y="3787937"/>
            <a:ext cx="199815" cy="199815"/>
          </a:xfrm>
          <a:prstGeom prst="rect">
            <a:avLst/>
          </a:prstGeom>
        </p:spPr>
      </p:pic>
      <p:pic>
        <p:nvPicPr>
          <p:cNvPr id="307" name="Picture 306">
            <a:extLst>
              <a:ext uri="{FF2B5EF4-FFF2-40B4-BE49-F238E27FC236}">
                <a16:creationId xmlns:a16="http://schemas.microsoft.com/office/drawing/2014/main" id="{783FC355-1AB9-E8A5-AE78-7CC8225F6531}"/>
              </a:ext>
            </a:extLst>
          </p:cNvPr>
          <p:cNvPicPr>
            <a:picLocks noChangeAspect="1"/>
          </p:cNvPicPr>
          <p:nvPr/>
        </p:nvPicPr>
        <p:blipFill>
          <a:blip r:embed="rId35"/>
          <a:stretch>
            <a:fillRect/>
          </a:stretch>
        </p:blipFill>
        <p:spPr>
          <a:xfrm>
            <a:off x="8472793" y="4457803"/>
            <a:ext cx="199815" cy="199815"/>
          </a:xfrm>
          <a:prstGeom prst="rect">
            <a:avLst/>
          </a:prstGeom>
        </p:spPr>
      </p:pic>
      <p:pic>
        <p:nvPicPr>
          <p:cNvPr id="308" name="Picture 307">
            <a:extLst>
              <a:ext uri="{FF2B5EF4-FFF2-40B4-BE49-F238E27FC236}">
                <a16:creationId xmlns:a16="http://schemas.microsoft.com/office/drawing/2014/main" id="{AB9825D2-10E9-6065-6636-0CB1A7C7DD03}"/>
              </a:ext>
            </a:extLst>
          </p:cNvPr>
          <p:cNvPicPr>
            <a:picLocks noChangeAspect="1"/>
          </p:cNvPicPr>
          <p:nvPr/>
        </p:nvPicPr>
        <p:blipFill>
          <a:blip r:embed="rId35"/>
          <a:stretch>
            <a:fillRect/>
          </a:stretch>
        </p:blipFill>
        <p:spPr>
          <a:xfrm>
            <a:off x="8464250" y="3120957"/>
            <a:ext cx="199815" cy="199815"/>
          </a:xfrm>
          <a:prstGeom prst="rect">
            <a:avLst/>
          </a:prstGeom>
        </p:spPr>
      </p:pic>
      <p:pic>
        <p:nvPicPr>
          <p:cNvPr id="309" name="Picture 308">
            <a:extLst>
              <a:ext uri="{FF2B5EF4-FFF2-40B4-BE49-F238E27FC236}">
                <a16:creationId xmlns:a16="http://schemas.microsoft.com/office/drawing/2014/main" id="{0414DEF9-8BBA-BD10-E73E-DADDF36DDC89}"/>
              </a:ext>
            </a:extLst>
          </p:cNvPr>
          <p:cNvPicPr>
            <a:picLocks noChangeAspect="1"/>
          </p:cNvPicPr>
          <p:nvPr/>
        </p:nvPicPr>
        <p:blipFill>
          <a:blip r:embed="rId35"/>
          <a:stretch>
            <a:fillRect/>
          </a:stretch>
        </p:blipFill>
        <p:spPr>
          <a:xfrm>
            <a:off x="8440798" y="2016908"/>
            <a:ext cx="199815" cy="199815"/>
          </a:xfrm>
          <a:prstGeom prst="rect">
            <a:avLst/>
          </a:prstGeom>
        </p:spPr>
      </p:pic>
      <p:pic>
        <p:nvPicPr>
          <p:cNvPr id="311" name="Picture 310">
            <a:extLst>
              <a:ext uri="{FF2B5EF4-FFF2-40B4-BE49-F238E27FC236}">
                <a16:creationId xmlns:a16="http://schemas.microsoft.com/office/drawing/2014/main" id="{2DEBF4AF-C5BE-ED5D-D710-A7F6D85E53CD}"/>
              </a:ext>
            </a:extLst>
          </p:cNvPr>
          <p:cNvPicPr>
            <a:picLocks noChangeAspect="1"/>
          </p:cNvPicPr>
          <p:nvPr/>
        </p:nvPicPr>
        <p:blipFill>
          <a:blip r:embed="rId35"/>
          <a:stretch>
            <a:fillRect/>
          </a:stretch>
        </p:blipFill>
        <p:spPr>
          <a:xfrm>
            <a:off x="8432144" y="2539222"/>
            <a:ext cx="199815" cy="199815"/>
          </a:xfrm>
          <a:prstGeom prst="rect">
            <a:avLst/>
          </a:prstGeom>
        </p:spPr>
      </p:pic>
    </p:spTree>
    <p:extLst>
      <p:ext uri="{BB962C8B-B14F-4D97-AF65-F5344CB8AC3E}">
        <p14:creationId xmlns:p14="http://schemas.microsoft.com/office/powerpoint/2010/main" val="257486340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PRESGUID" val="1b4f084f-57e1-44f2-af0a-55642787ef31"/>
</p:tagLst>
</file>

<file path=ppt/theme/theme1.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extLst>
    <a:ext uri="{05A4C25C-085E-4340-85A3-A5531E510DB2}">
      <thm15:themeFamily xmlns:thm15="http://schemas.microsoft.com/office/thememl/2012/main" name="Template Starter Blue - February 2020_v6" id="{071E01FD-2079-42F8-8403-F72D98F421C4}" vid="{4AE5ECA4-1508-4F7F-B9BC-6CD0E5E51A63}"/>
    </a:ext>
  </a:extLst>
</a:theme>
</file>

<file path=ppt/theme/theme2.xml><?xml version="1.0" encoding="utf-8"?>
<a:theme xmlns:a="http://schemas.openxmlformats.org/drawingml/2006/main" name="WHITE TEMPLATE">
  <a:themeElements>
    <a:clrScheme name="TT for white - NEW 2018">
      <a:dk1>
        <a:srgbClr val="1A1A1A"/>
      </a:dk1>
      <a:lt1>
        <a:srgbClr val="FFFFFF"/>
      </a:lt1>
      <a:dk2>
        <a:srgbClr val="0D0D0D"/>
      </a:dk2>
      <a:lt2>
        <a:srgbClr val="E6E6E6"/>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Business_2018_20.potx" id="{82A3EBA7-6CB7-444E-9DF0-B1E644D1F154}" vid="{2B1E32B1-2CCA-4167-A431-147AEC224D2A}"/>
    </a:ext>
  </a:extLst>
</a:theme>
</file>

<file path=ppt/theme/theme3.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brand_template_blue.potx" id="{480B23C3-38C8-4962-83A2-3297C539F5A5}" vid="{4711DFBC-8085-446F-AC17-C262437718B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ServiceKeyPoints xmlns="725ef057-29b8-44fd-be32-e69da4870c76" xsi:nil="true"/>
    <lcf76f155ced4ddcb4097134ff3c332f xmlns="725ef057-29b8-44fd-be32-e69da4870c76">
      <Terms xmlns="http://schemas.microsoft.com/office/infopath/2007/PartnerControls"/>
    </lcf76f155ced4ddcb4097134ff3c332f>
    <SharedWithUsers xmlns="3a984a97-1f88-4620-9803-2d448b891559">
      <UserInfo>
        <DisplayName>Dana Warren</DisplayName>
        <AccountId>261</AccountId>
        <AccountType/>
      </UserInfo>
      <UserInfo>
        <DisplayName>Kendyl Pettit</DisplayName>
        <AccountId>2343</AccountId>
        <AccountType/>
      </UserInfo>
    </SharedWithUsers>
    <Datetime xmlns="725ef057-29b8-44fd-be32-e69da4870c76" xsi:nil="true"/>
    <CityState xmlns="725ef057-29b8-44fd-be32-e69da4870c76" xsi:nil="true"/>
    <Technology_x0020_Domain xmlns="725ef057-29b8-44fd-be32-e69da4870c76" xsi:nil="true"/>
    <LikesCount xmlns="http://schemas.microsoft.com/sharepoint/v3" xsi:nil="true"/>
    <Lead_x0020_PM xmlns="725EF057-29B8-44FD-BE32-E69DA4870C76">
      <UserInfo>
        <DisplayName/>
        <AccountId xsi:nil="true"/>
        <AccountType/>
      </UserInfo>
    </Lead_x0020_PM>
    <TechLead xmlns="725ef057-29b8-44fd-be32-e69da4870c76">
      <UserInfo>
        <DisplayName/>
        <AccountId xsi:nil="true"/>
        <AccountType/>
      </UserInfo>
    </TechLead>
    <EngagementType xmlns="725ef057-29b8-44fd-be32-e69da4870c76" xsi:nil="true"/>
    <CSE_x0020_Priority_x0020_Industry xmlns="725EF057-29B8-44FD-BE32-E69DA4870C76">--</CSE_x0020_Priority_x0020_Industry>
    <IconOverlay xmlns="http://schemas.microsoft.com/sharepoint/v4" xsi:nil="true"/>
    <Ratings xmlns="http://schemas.microsoft.com/sharepoint/v3" xsi:nil="true"/>
    <Filename xmlns="725EF057-29B8-44FD-BE32-E69DA4870C76">SwissRe-FCPR-July2022.pptx</Filename>
    <SE_x002f_I xmlns="725ef057-29b8-44fd-be32-e69da4870c76">
      <UserInfo>
        <DisplayName/>
        <AccountId xsi:nil="true"/>
        <AccountType/>
      </UserInfo>
    </SE_x002f_I>
    <WorkItemId xmlns="725ef057-29b8-44fd-be32-e69da4870c76">489735</WorkItemId>
    <OverallEngagementID xmlns="725ef057-29b8-44fd-be32-e69da4870c76" xsi:nil="true"/>
    <EngEndDate xmlns="725ef057-29b8-44fd-be32-e69da4870c76" xsi:nil="true"/>
    <LikedBy xmlns="http://schemas.microsoft.com/sharepoint/v3">
      <UserInfo>
        <DisplayName/>
        <AccountId xsi:nil="true"/>
        <AccountType/>
      </UserInfo>
    </LikedBy>
    <RatingCount xmlns="http://schemas.microsoft.com/sharepoint/v3" xsi:nil="true"/>
    <Engagement xmlns="725EF057-29B8-44FD-BE32-E69DA4870C76">Swiss Re: Service Insights Centre</Engagement>
    <Artifact_x0020_Type xmlns="725ef057-29b8-44fd-be32-e69da4870c76">Other</Artifact_x0020_Type>
    <STE_x0020_Tags xmlns="725EF057-29B8-44FD-BE32-E69DA4870C76" xsi:nil="true"/>
    <EngagementState xmlns="725ef057-29b8-44fd-be32-e69da4870c76" xsi:nil="true"/>
    <OrgID xmlns="725EF057-29B8-44FD-BE32-E69DA4870C76">74631</OrgID>
    <Org xmlns="725EF057-29B8-44FD-BE32-E69DA4870C76">Swiss Re Management Ltd</Org>
    <Assigned xmlns="725ef057-29b8-44fd-be32-e69da4870c76">
      <UserInfo>
        <DisplayName/>
        <AccountId xsi:nil="true"/>
        <AccountType/>
      </UserInfo>
    </Assigned>
    <EngagementID xmlns="725EF057-29B8-44FD-BE32-E69DA4870C76">489735</EngagementID>
    <Tags xmlns="725EF057-29B8-44FD-BE32-E69DA4870C76" xsi:nil="true"/>
    <Country xmlns="725EF057-29B8-44FD-BE32-E69DA4870C76" xsi:nil="true"/>
    <TaxKeywordTaxHTField xmlns="230e9df3-be65-4c73-a93b-d1236ebd677e">
      <Terms xmlns="http://schemas.microsoft.com/office/infopath/2007/PartnerControls"/>
    </TaxKeywordTaxHTField>
    <AverageRating xmlns="http://schemas.microsoft.com/sharepoint/v3" xsi:nil="true"/>
    <EngStartDate xmlns="725ef057-29b8-44fd-be32-e69da4870c76" xsi:nil="true"/>
    <RatedBy xmlns="http://schemas.microsoft.com/sharepoint/v3">
      <UserInfo>
        <DisplayName/>
        <AccountId xsi:nil="true"/>
        <AccountType/>
      </UserInfo>
    </RatedBy>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9B442A5CC9AAF40A5EA717E75549A49" ma:contentTypeVersion="95" ma:contentTypeDescription="Create a new document." ma:contentTypeScope="" ma:versionID="b03b6633a34d19aa97114ee0a23d1b64">
  <xsd:schema xmlns:xsd="http://www.w3.org/2001/XMLSchema" xmlns:xs="http://www.w3.org/2001/XMLSchema" xmlns:p="http://schemas.microsoft.com/office/2006/metadata/properties" xmlns:ns1="http://schemas.microsoft.com/sharepoint/v3" xmlns:ns2="725EF057-29B8-44FD-BE32-E69DA4870C76" xmlns:ns3="230e9df3-be65-4c73-a93b-d1236ebd677e" xmlns:ns4="725ef057-29b8-44fd-be32-e69da4870c76" xmlns:ns5="3a984a97-1f88-4620-9803-2d448b891559" xmlns:ns6="http://schemas.microsoft.com/sharepoint/v4" targetNamespace="http://schemas.microsoft.com/office/2006/metadata/properties" ma:root="true" ma:fieldsID="16115084048cfc3921f63f8e98d026b7" ns1:_="" ns2:_="" ns3:_="" ns4:_="" ns5:_="" ns6:_="">
    <xsd:import namespace="http://schemas.microsoft.com/sharepoint/v3"/>
    <xsd:import namespace="725EF057-29B8-44FD-BE32-E69DA4870C76"/>
    <xsd:import namespace="230e9df3-be65-4c73-a93b-d1236ebd677e"/>
    <xsd:import namespace="725ef057-29b8-44fd-be32-e69da4870c76"/>
    <xsd:import namespace="3a984a97-1f88-4620-9803-2d448b891559"/>
    <xsd:import namespace="http://schemas.microsoft.com/sharepoint/v4"/>
    <xsd:element name="properties">
      <xsd:complexType>
        <xsd:sequence>
          <xsd:element name="documentManagement">
            <xsd:complexType>
              <xsd:all>
                <xsd:element ref="ns2:OrgID" minOccurs="0"/>
                <xsd:element ref="ns2:Org" minOccurs="0"/>
                <xsd:element ref="ns2:EngagementID" minOccurs="0"/>
                <xsd:element ref="ns2:Engagement" minOccurs="0"/>
                <xsd:element ref="ns2:Tags" minOccurs="0"/>
                <xsd:element ref="ns2:CSE_x0020_Priority_x0020_Industry" minOccurs="0"/>
                <xsd:element ref="ns2:Lead_x0020_PM" minOccurs="0"/>
                <xsd:element ref="ns2:Country" minOccurs="0"/>
                <xsd:element ref="ns2:Filename" minOccurs="0"/>
                <xsd:element ref="ns2:STE_x0020_Tags" minOccurs="0"/>
                <xsd:element ref="ns4:WorkItemId" minOccurs="0"/>
                <xsd:element ref="ns4:SE_x002f_I" minOccurs="0"/>
                <xsd:element ref="ns4:OverallEngagementID" minOccurs="0"/>
                <xsd:element ref="ns4:Assigned" minOccurs="0"/>
                <xsd:element ref="ns4:EngagementState" minOccurs="0"/>
                <xsd:element ref="ns4:TechLead" minOccurs="0"/>
                <xsd:element ref="ns4:CityState" minOccurs="0"/>
                <xsd:element ref="ns4:EngStartDate" minOccurs="0"/>
                <xsd:element ref="ns4:Technology_x0020_Domain" minOccurs="0"/>
                <xsd:element ref="ns4:EngagementType" minOccurs="0"/>
                <xsd:element ref="ns4:MediaServiceKeyPoints" minOccurs="0"/>
                <xsd:element ref="ns4:Artifact_x0020_Type" minOccurs="0"/>
                <xsd:element ref="ns1:LikesCount" minOccurs="0"/>
                <xsd:element ref="ns1:LikedBy" minOccurs="0"/>
                <xsd:element ref="ns3:TaxKeywordTaxHTField" minOccurs="0"/>
                <xsd:element ref="ns3:TaxCatchAll" minOccurs="0"/>
                <xsd:element ref="ns4:MediaServiceDateTaken" minOccurs="0"/>
                <xsd:element ref="ns4:MediaServiceLocation" minOccurs="0"/>
                <xsd:element ref="ns4:MediaServiceMetadata" minOccurs="0"/>
                <xsd:element ref="ns4:MediaServiceFastMetadata" minOccurs="0"/>
                <xsd:element ref="ns4:MediaServiceAutoTags" minOccurs="0"/>
                <xsd:element ref="ns4:MediaServiceOCR" minOccurs="0"/>
                <xsd:element ref="ns4:MediaServiceEventHashCode" minOccurs="0"/>
                <xsd:element ref="ns4:MediaServiceGenerationTime" minOccurs="0"/>
                <xsd:element ref="ns5:SharedWithUsers" minOccurs="0"/>
                <xsd:element ref="ns5:SharedWithDetails" minOccurs="0"/>
                <xsd:element ref="ns6:IconOverlay" minOccurs="0"/>
                <xsd:element ref="ns1:AverageRating" minOccurs="0"/>
                <xsd:element ref="ns1:RatingCount" minOccurs="0"/>
                <xsd:element ref="ns4:MediaServiceAutoKeyPoints" minOccurs="0"/>
                <xsd:element ref="ns1:RatedBy" minOccurs="0"/>
                <xsd:element ref="ns1:_ip_UnifiedCompliancePolicyProperties" minOccurs="0"/>
                <xsd:element ref="ns1:_ip_UnifiedCompliancePolicyUIAction" minOccurs="0"/>
                <xsd:element ref="ns1:Ratings" minOccurs="0"/>
                <xsd:element ref="ns4:EngEndDate" minOccurs="0"/>
                <xsd:element ref="ns4:MediaLengthInSeconds" minOccurs="0"/>
                <xsd:element ref="ns4:lcf76f155ced4ddcb4097134ff3c332f" minOccurs="0"/>
                <xsd:element ref="ns4:Date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LikesCount" ma:index="25" nillable="true" ma:displayName="Number of Likes" ma:hidden="true" ma:internalName="LikesCount" ma:readOnly="false">
      <xsd:simpleType>
        <xsd:restriction base="dms:Unknown"/>
      </xsd:simpleType>
    </xsd:element>
    <xsd:element name="LikedBy" ma:index="26" nillable="true" ma:displayName="Liked By" ma:hidden="true" ma:list="UserInfo" ma:internalName="LikedBy"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46" nillable="true" ma:displayName="Rating (0-5)" ma:decimals="2" ma:description="Average value of all the ratings that have been submitted" ma:hidden="true" ma:internalName="AverageRating" ma:readOnly="false">
      <xsd:simpleType>
        <xsd:restriction base="dms:Number"/>
      </xsd:simpleType>
    </xsd:element>
    <xsd:element name="RatingCount" ma:index="47" nillable="true" ma:displayName="Number of Ratings" ma:decimals="0" ma:description="Number of ratings submitted" ma:hidden="true" ma:internalName="RatingCount" ma:readOnly="false">
      <xsd:simpleType>
        <xsd:restriction base="dms:Number"/>
      </xsd:simpleType>
    </xsd:element>
    <xsd:element name="RatedBy" ma:index="49" nillable="true" ma:displayName="Rated By" ma:description="Users rated the item." ma:hidden="true" ma:list="UserInfo" ma:internalName="RatedBy"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ip_UnifiedCompliancePolicyProperties" ma:index="50" nillable="true" ma:displayName="Unified Compliance Policy Properties" ma:hidden="true" ma:internalName="_ip_UnifiedCompliancePolicyProperties" ma:readOnly="false">
      <xsd:simpleType>
        <xsd:restriction base="dms:Note"/>
      </xsd:simpleType>
    </xsd:element>
    <xsd:element name="_ip_UnifiedCompliancePolicyUIAction" ma:index="51" nillable="true" ma:displayName="Unified Compliance Policy UI Action" ma:hidden="true" ma:internalName="_ip_UnifiedCompliancePolicyUIAction" ma:readOnly="false">
      <xsd:simpleType>
        <xsd:restriction base="dms:Text"/>
      </xsd:simpleType>
    </xsd:element>
    <xsd:element name="Ratings" ma:index="52" nillable="true" ma:displayName="User ratings" ma:description="User ratings for the item" ma:hidden="true" ma:internalName="Ratings" ma:readOnly="fals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5EF057-29B8-44FD-BE32-E69DA4870C76" elementFormDefault="qualified">
    <xsd:import namespace="http://schemas.microsoft.com/office/2006/documentManagement/types"/>
    <xsd:import namespace="http://schemas.microsoft.com/office/infopath/2007/PartnerControls"/>
    <xsd:element name="OrgID" ma:index="2" nillable="true" ma:displayName="OrgID" ma:decimals="0" ma:description="VSTS Org ID" ma:internalName="OrgID" ma:readOnly="false">
      <xsd:simpleType>
        <xsd:restriction base="dms:Number"/>
      </xsd:simpleType>
    </xsd:element>
    <xsd:element name="Org" ma:index="3" nillable="true" ma:displayName="Org" ma:indexed="true" ma:internalName="Org">
      <xsd:simpleType>
        <xsd:restriction base="dms:Text"/>
      </xsd:simpleType>
    </xsd:element>
    <xsd:element name="EngagementID" ma:index="4" nillable="true" ma:displayName="EngagementID" ma:decimals="0" ma:indexed="true" ma:internalName="EngagementID" ma:readOnly="false">
      <xsd:simpleType>
        <xsd:restriction base="dms:Number"/>
      </xsd:simpleType>
    </xsd:element>
    <xsd:element name="Engagement" ma:index="5" nillable="true" ma:displayName="Engagement" ma:indexed="true" ma:internalName="Engagement">
      <xsd:simpleType>
        <xsd:restriction base="dms:Text"/>
      </xsd:simpleType>
    </xsd:element>
    <xsd:element name="Tags" ma:index="6" nillable="true" ma:displayName="Tags" ma:internalName="Tags" ma:readOnly="false">
      <xsd:simpleType>
        <xsd:restriction base="dms:Note">
          <xsd:maxLength value="255"/>
        </xsd:restriction>
      </xsd:simpleType>
    </xsd:element>
    <xsd:element name="CSE_x0020_Priority_x0020_Industry" ma:index="7" nillable="true" ma:displayName="CSE Industry" ma:default="--" ma:format="Dropdown" ma:indexed="true" ma:internalName="CSE_x0020_Priority_x0020_Industry">
      <xsd:simpleType>
        <xsd:restriction base="dms:Choice">
          <xsd:enumeration value="--"/>
          <xsd:enumeration value="Automotive"/>
          <xsd:enumeration value="Education"/>
          <xsd:enumeration value="Financial Services"/>
          <xsd:enumeration value="Government"/>
          <xsd:enumeration value="Health"/>
          <xsd:enumeration value="Manufacturing &amp; Resources"/>
          <xsd:enumeration value="Media &amp; Communications"/>
          <xsd:enumeration value="Other Commercial Industries"/>
          <xsd:enumeration value="Retail"/>
          <xsd:enumeration value="Partner"/>
        </xsd:restriction>
      </xsd:simpleType>
    </xsd:element>
    <xsd:element name="Lead_x0020_PM" ma:index="8" nillable="true" ma:displayName="PM" ma:list="UserInfo" ma:SharePointGroup="0" ma:internalName="Lead_x0020_PM"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untry" ma:index="9" nillable="true" ma:displayName="Country" ma:internalName="Country" ma:readOnly="false">
      <xsd:simpleType>
        <xsd:restriction base="dms:Text"/>
      </xsd:simpleType>
    </xsd:element>
    <xsd:element name="Filename" ma:index="10" nillable="true" ma:displayName="Filename" ma:internalName="Filename">
      <xsd:simpleType>
        <xsd:restriction base="dms:Text"/>
      </xsd:simpleType>
    </xsd:element>
    <xsd:element name="STE_x0020_Tags" ma:index="11" nillable="true" ma:displayName="STE Tags" ma:internalName="STE_x0020_Tag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KeywordTaxHTField" ma:index="28" nillable="true" ma:taxonomy="true" ma:internalName="TaxKeywordTaxHTField" ma:taxonomyFieldName="TaxKeyword" ma:displayName="Enterprise Keywords" ma:readOnly="false" ma:fieldId="{23f27201-bee3-471e-b2e7-b64fd8b7ca38}" ma:taxonomyMulti="true" ma:sspId="e385fb40-52d4-4fae-9c5b-3e8ff8a5878e" ma:termSetId="00000000-0000-0000-0000-000000000000" ma:anchorId="00000000-0000-0000-0000-000000000000" ma:open="true" ma:isKeyword="true">
      <xsd:complexType>
        <xsd:sequence>
          <xsd:element ref="pc:Terms" minOccurs="0" maxOccurs="1"/>
        </xsd:sequence>
      </xsd:complexType>
    </xsd:element>
    <xsd:element name="TaxCatchAll" ma:index="29" nillable="true" ma:displayName="Taxonomy Catch All Column" ma:hidden="true" ma:list="{e04c326d-0693-450b-90c8-93a94e9da73e}" ma:internalName="TaxCatchAll" ma:readOnly="false" ma:showField="CatchAllData" ma:web="3a984a97-1f88-4620-9803-2d448b89155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25ef057-29b8-44fd-be32-e69da4870c76" elementFormDefault="qualified">
    <xsd:import namespace="http://schemas.microsoft.com/office/2006/documentManagement/types"/>
    <xsd:import namespace="http://schemas.microsoft.com/office/infopath/2007/PartnerControls"/>
    <xsd:element name="WorkItemId" ma:index="13" nillable="true" ma:displayName="WorkItemId" ma:decimals="0" ma:description="WorkItemId" ma:indexed="true" ma:internalName="WorkItemId" ma:readOnly="false" ma:percentage="FALSE">
      <xsd:simpleType>
        <xsd:restriction base="dms:Number"/>
      </xsd:simpleType>
    </xsd:element>
    <xsd:element name="SE_x002f_I" ma:index="14" nillable="true" ma:displayName="SE/I" ma:list="UserInfo" ma:SharePointGroup="0" ma:internalName="SE_x002f_I"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verallEngagementID" ma:index="15" nillable="true" ma:displayName="OverallEngagementID" ma:decimals="0" ma:internalName="OverallEngagementID" ma:readOnly="false" ma:percentage="FALSE">
      <xsd:simpleType>
        <xsd:restriction base="dms:Number"/>
      </xsd:simpleType>
    </xsd:element>
    <xsd:element name="Assigned" ma:index="16" nillable="true" ma:displayName="Assigned" ma:list="UserInfo" ma:SharePointGroup="0" ma:internalName="Assigned"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ngagementState" ma:index="17" nillable="true" ma:displayName="EngagementState" ma:indexed="true" ma:internalName="EngagementState">
      <xsd:simpleType>
        <xsd:restriction base="dms:Text">
          <xsd:maxLength value="255"/>
        </xsd:restriction>
      </xsd:simpleType>
    </xsd:element>
    <xsd:element name="TechLead" ma:index="18" nillable="true" ma:displayName="TechLead" ma:list="UserInfo" ma:SharePointGroup="0" ma:internalName="TechLead"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ityState" ma:index="19" nillable="true" ma:displayName="CityState" ma:internalName="CityState" ma:readOnly="false">
      <xsd:simpleType>
        <xsd:restriction base="dms:Text">
          <xsd:maxLength value="255"/>
        </xsd:restriction>
      </xsd:simpleType>
    </xsd:element>
    <xsd:element name="EngStartDate" ma:index="20" nillable="true" ma:displayName="EngStartDate" ma:format="DateOnly" ma:indexed="true" ma:internalName="EngStartDate">
      <xsd:simpleType>
        <xsd:restriction base="dms:DateTime"/>
      </xsd:simpleType>
    </xsd:element>
    <xsd:element name="Technology_x0020_Domain" ma:index="21" nillable="true" ma:displayName="Technology Domain" ma:format="Dropdown" ma:internalName="Technology_x0020_Domain" ma:readOnly="false">
      <xsd:simpleType>
        <xsd:restriction base="dms:Note">
          <xsd:maxLength value="255"/>
        </xsd:restriction>
      </xsd:simpleType>
    </xsd:element>
    <xsd:element name="EngagementType" ma:index="22" nillable="true" ma:displayName="EngagementType" ma:format="Dropdown" ma:internalName="EngagementType">
      <xsd:simpleType>
        <xsd:restriction base="dms:Text">
          <xsd:maxLength value="255"/>
        </xsd:restriction>
      </xsd:simpleType>
    </xsd:element>
    <xsd:element name="MediaServiceKeyPoints" ma:index="23" nillable="true" ma:displayName="KeyPoints" ma:internalName="MediaServiceKeyPoints" ma:readOnly="false">
      <xsd:simpleType>
        <xsd:restriction base="dms:Note">
          <xsd:maxLength value="255"/>
        </xsd:restriction>
      </xsd:simpleType>
    </xsd:element>
    <xsd:element name="Artifact_x0020_Type" ma:index="24" nillable="true" ma:displayName="Artifact Type" ma:default="Other" ma:description="What type of artifact is this?" ma:format="Dropdown" ma:indexed="true" ma:internalName="Artifact_x0020_Type">
      <xsd:simpleType>
        <xsd:restriction base="dms:Choice">
          <xsd:enumeration value="Architecture"/>
          <xsd:enumeration value="Checkpoint prework"/>
          <xsd:enumeration value="Impact statement"/>
          <xsd:enumeration value="Game Plan"/>
          <xsd:enumeration value="OpenHack Flash"/>
          <xsd:enumeration value="OpenHack Report"/>
          <xsd:enumeration value="Redbook"/>
          <xsd:enumeration value="Responsible AI"/>
          <xsd:enumeration value="SDD"/>
          <xsd:enumeration value="Other"/>
          <xsd:enumeration value="Winwire"/>
          <xsd:enumeration value="Wrap Up"/>
          <xsd:enumeration value="Checkpoint video"/>
          <xsd:enumeration value="Demo video"/>
          <xsd:enumeration value="Engineering report"/>
          <xsd:enumeration value="Game Plan video"/>
          <xsd:enumeration value="NinjaCAT Asset"/>
          <xsd:enumeration value="Repo"/>
          <xsd:enumeration value="Repo re-used"/>
          <xsd:enumeration value="Semester plan"/>
          <xsd:enumeration value="Shiproom recording"/>
          <xsd:enumeration value="Teams Channel"/>
        </xsd:restriction>
      </xsd:simpleType>
    </xsd:element>
    <xsd:element name="MediaServiceDateTaken" ma:index="32" nillable="true" ma:displayName="MediaServiceDateTaken" ma:hidden="true" ma:internalName="MediaServiceDateTaken" ma:readOnly="true">
      <xsd:simpleType>
        <xsd:restriction base="dms:Text"/>
      </xsd:simpleType>
    </xsd:element>
    <xsd:element name="MediaServiceLocation" ma:index="33" nillable="true" ma:displayName="MediaServiceLocation" ma:hidden="true" ma:internalName="MediaServiceLocation" ma:readOnly="true">
      <xsd:simpleType>
        <xsd:restriction base="dms:Text"/>
      </xsd:simpleType>
    </xsd:element>
    <xsd:element name="MediaServiceMetadata" ma:index="37" nillable="true" ma:displayName="MediaServiceMetadata" ma:hidden="true" ma:internalName="MediaServiceMetadata" ma:readOnly="true">
      <xsd:simpleType>
        <xsd:restriction base="dms:Note"/>
      </xsd:simpleType>
    </xsd:element>
    <xsd:element name="MediaServiceFastMetadata" ma:index="38" nillable="true" ma:displayName="MediaServiceFastMetadata" ma:hidden="true" ma:internalName="MediaServiceFastMetadata" ma:readOnly="true">
      <xsd:simpleType>
        <xsd:restriction base="dms:Note"/>
      </xsd:simpleType>
    </xsd:element>
    <xsd:element name="MediaServiceAutoTags" ma:index="39" nillable="true" ma:displayName="MediaServiceAutoTags" ma:hidden="true" ma:internalName="MediaServiceAutoTags" ma:readOnly="true">
      <xsd:simpleType>
        <xsd:restriction base="dms:Text"/>
      </xsd:simpleType>
    </xsd:element>
    <xsd:element name="MediaServiceOCR" ma:index="40" nillable="true" ma:displayName="MediaServiceOCR" ma:hidden="true" ma:internalName="MediaServiceOCR" ma:readOnly="true">
      <xsd:simpleType>
        <xsd:restriction base="dms:Note"/>
      </xsd:simpleType>
    </xsd:element>
    <xsd:element name="MediaServiceEventHashCode" ma:index="41" nillable="true" ma:displayName="MediaServiceEventHashCode" ma:hidden="true" ma:internalName="MediaServiceEventHashCode" ma:readOnly="true">
      <xsd:simpleType>
        <xsd:restriction base="dms:Text"/>
      </xsd:simpleType>
    </xsd:element>
    <xsd:element name="MediaServiceGenerationTime" ma:index="42" nillable="true" ma:displayName="MediaServiceGenerationTime" ma:hidden="true" ma:internalName="MediaServiceGenerationTime" ma:readOnly="true">
      <xsd:simpleType>
        <xsd:restriction base="dms:Text"/>
      </xsd:simpleType>
    </xsd:element>
    <xsd:element name="MediaServiceAutoKeyPoints" ma:index="48" nillable="true" ma:displayName="MediaServiceAutoKeyPoints" ma:hidden="true" ma:internalName="MediaServiceAutoKeyPoints" ma:readOnly="true">
      <xsd:simpleType>
        <xsd:restriction base="dms:Note"/>
      </xsd:simpleType>
    </xsd:element>
    <xsd:element name="EngEndDate" ma:index="53" nillable="true" ma:displayName="EngEndDate" ma:format="DateOnly" ma:internalName="EngEndDate">
      <xsd:simpleType>
        <xsd:restriction base="dms:DateTime"/>
      </xsd:simpleType>
    </xsd:element>
    <xsd:element name="MediaLengthInSeconds" ma:index="54" nillable="true" ma:displayName="Length (seconds)" ma:internalName="MediaLengthInSeconds" ma:readOnly="true">
      <xsd:simpleType>
        <xsd:restriction base="dms:Unknown"/>
      </xsd:simpleType>
    </xsd:element>
    <xsd:element name="lcf76f155ced4ddcb4097134ff3c332f" ma:index="56"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Datetime" ma:index="57" nillable="true" ma:displayName="Datetime" ma:format="DateTime" ma:internalName="Datetim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3a984a97-1f88-4620-9803-2d448b891559" elementFormDefault="qualified">
    <xsd:import namespace="http://schemas.microsoft.com/office/2006/documentManagement/types"/>
    <xsd:import namespace="http://schemas.microsoft.com/office/infopath/2007/PartnerControls"/>
    <xsd:element name="SharedWithUsers" ma:index="43"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44"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45" nillable="true" ma:displayName="IconOverlay" ma:hidden="true" ma:internalName="IconOverlay"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F990F116-B58F-4255-B05B-DA3808E0E5C6}">
  <ds:schemaRefs>
    <ds:schemaRef ds:uri="230e9df3-be65-4c73-a93b-d1236ebd677e"/>
    <ds:schemaRef ds:uri="3a984a97-1f88-4620-9803-2d448b891559"/>
    <ds:schemaRef ds:uri="725EF057-29B8-44FD-BE32-E69DA4870C76"/>
    <ds:schemaRef ds:uri="725ef057-29b8-44fd-be32-e69da4870c7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microsoft.com/sharepoint/v4"/>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62E25F5-1B3D-4E71-B985-6B24EE0E59BA}">
  <ds:schemaRefs>
    <ds:schemaRef ds:uri="230e9df3-be65-4c73-a93b-d1236ebd677e"/>
    <ds:schemaRef ds:uri="3a984a97-1f88-4620-9803-2d448b891559"/>
    <ds:schemaRef ds:uri="725EF057-29B8-44FD-BE32-E69DA4870C76"/>
    <ds:schemaRef ds:uri="725ef057-29b8-44fd-be32-e69da4870c7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microsoft.com/sharepoint/v4"/>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 id="{9d258917-277f-42cd-a3cd-14c4e9ee58bc}" enabled="1" method="Standard" siteId="{38ae3bcd-9579-4fd4-adda-b42e1495d55a}" removed="0"/>
</clbl:labelList>
</file>

<file path=docProps/app.xml><?xml version="1.0" encoding="utf-8"?>
<Properties xmlns="http://schemas.openxmlformats.org/officeDocument/2006/extended-properties" xmlns:vt="http://schemas.openxmlformats.org/officeDocument/2006/docPropsVTypes">
  <Template>Blue_accent_white_background_Microsoft_template</Template>
  <TotalTime>3367</TotalTime>
  <Words>376</Words>
  <Application>Microsoft Office PowerPoint</Application>
  <PresentationFormat>Widescreen</PresentationFormat>
  <Paragraphs>132</Paragraphs>
  <Slides>2</Slides>
  <Notes>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vt:i4>
      </vt:variant>
    </vt:vector>
  </HeadingPairs>
  <TitlesOfParts>
    <vt:vector size="12" baseType="lpstr">
      <vt:lpstr>Arial</vt:lpstr>
      <vt:lpstr>Calibri</vt:lpstr>
      <vt:lpstr>Consolas</vt:lpstr>
      <vt:lpstr>Segoe UI</vt:lpstr>
      <vt:lpstr>Segoe UI Semibold</vt:lpstr>
      <vt:lpstr>Segoe UI Semilight</vt:lpstr>
      <vt:lpstr>Wingdings</vt:lpstr>
      <vt:lpstr>White Template</vt:lpstr>
      <vt:lpstr>WHITE TEMPLATE</vt:lpstr>
      <vt:lpstr>White Template</vt:lpstr>
      <vt:lpstr>Public deployment</vt:lpstr>
      <vt:lpstr>Private deployment</vt:lpstr>
    </vt:vector>
  </TitlesOfParts>
  <Manager>&lt;Comms manager name here&gt;</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Swiss Re: Service Insights Centre</dc:title>
  <dc:subject>&lt;Event name&gt;</dc:subject>
  <dc:creator>Dana Warren</dc:creator>
  <cp:keywords/>
  <dc:description/>
  <cp:lastModifiedBy>Frédéric Le Coquil</cp:lastModifiedBy>
  <cp:revision>39</cp:revision>
  <dcterms:created xsi:type="dcterms:W3CDTF">2020-11-24T23:02:08Z</dcterms:created>
  <dcterms:modified xsi:type="dcterms:W3CDTF">2026-04-07T06:27:54Z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0x010100C9B442A5CC9AAF40A5EA717E75549A49</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TaxKeyword">
    <vt:lpwstr/>
  </property>
  <property fmtid="{D5CDD505-2E9C-101B-9397-08002B2CF9AE}" pid="21" name="_dlc_DocIdItemGuid">
    <vt:lpwstr>3a440ccf-df63-4945-a517-71d3b58ee62e</vt:lpwstr>
  </property>
  <property fmtid="{D5CDD505-2E9C-101B-9397-08002B2CF9AE}" pid="22" name="MediaServiceImageTags">
    <vt:lpwstr/>
  </property>
</Properties>
</file>